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p:sldMasterIdLst>
    <p:sldMasterId id="2147483648" r:id="rId1"/>
    <p:sldMasterId id="2147483660" r:id="rId3"/>
  </p:sldMasterIdLst>
  <p:notesMasterIdLst>
    <p:notesMasterId r:id="rId5"/>
  </p:notesMasterIdLst>
  <p:sldIdLst>
    <p:sldId id="283" r:id="rId4"/>
    <p:sldId id="286" r:id="rId6"/>
    <p:sldId id="403" r:id="rId7"/>
    <p:sldId id="404" r:id="rId8"/>
    <p:sldId id="466" r:id="rId9"/>
    <p:sldId id="467" r:id="rId10"/>
    <p:sldId id="468" r:id="rId11"/>
    <p:sldId id="475" r:id="rId12"/>
    <p:sldId id="476" r:id="rId13"/>
    <p:sldId id="469" r:id="rId14"/>
    <p:sldId id="477" r:id="rId15"/>
    <p:sldId id="470" r:id="rId16"/>
    <p:sldId id="471" r:id="rId17"/>
    <p:sldId id="478" r:id="rId18"/>
    <p:sldId id="479" r:id="rId19"/>
    <p:sldId id="487" r:id="rId20"/>
    <p:sldId id="488" r:id="rId21"/>
    <p:sldId id="472" r:id="rId22"/>
    <p:sldId id="435" r:id="rId23"/>
  </p:sldIdLst>
  <p:sldSz cx="12190095" cy="6858000"/>
  <p:notesSz cx="6858000" cy="9144000"/>
  <p:embeddedFontLst>
    <p:embeddedFont>
      <p:font typeface="微软雅黑" panose="020B0503020204020204" pitchFamily="34" charset="-122"/>
      <p:regular r:id="rId27"/>
    </p:embeddedFont>
    <p:embeddedFont>
      <p:font typeface="黑体" panose="02010609060101010101" charset="-122"/>
      <p:regular r:id="rId28"/>
    </p:embeddedFont>
    <p:embeddedFont>
      <p:font typeface="微软雅黑 Light" panose="020B0502040204020203" charset="-122"/>
      <p:regular r:id="rId29"/>
    </p:embeddedFont>
    <p:embeddedFont>
      <p:font typeface="Calibri" panose="020F0502020204030204" charset="0"/>
      <p:regular r:id="rId30"/>
      <p:bold r:id="rId31"/>
      <p:italic r:id="rId32"/>
      <p:boldItalic r:id="rId33"/>
    </p:embeddedFont>
  </p:embeddedFontLst>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36" userDrawn="1">
          <p15:clr>
            <a:srgbClr val="A4A3A4"/>
          </p15:clr>
        </p15:guide>
        <p15:guide id="2" pos="37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1BD"/>
    <a:srgbClr val="FFFFFF"/>
    <a:srgbClr val="4BACC6"/>
    <a:srgbClr val="0070C0"/>
    <a:srgbClr val="C0504D"/>
    <a:srgbClr val="0074C7"/>
    <a:srgbClr val="F5F5F5"/>
    <a:srgbClr val="F0F0F0"/>
    <a:srgbClr val="0060A8"/>
    <a:srgbClr val="19C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53" autoAdjust="0"/>
    <p:restoredTop sz="94322" autoAdjust="0"/>
  </p:normalViewPr>
  <p:slideViewPr>
    <p:cSldViewPr showGuides="1">
      <p:cViewPr>
        <p:scale>
          <a:sx n="42" d="100"/>
          <a:sy n="42" d="100"/>
        </p:scale>
        <p:origin x="1676" y="500"/>
      </p:cViewPr>
      <p:guideLst>
        <p:guide orient="horz" pos="2436"/>
        <p:guide pos="3737"/>
      </p:guideLst>
    </p:cSldViewPr>
  </p:slideViewPr>
  <p:notesTextViewPr>
    <p:cViewPr>
      <p:scale>
        <a:sx n="100" d="100"/>
        <a:sy n="100" d="100"/>
      </p:scale>
      <p:origin x="0" y="0"/>
    </p:cViewPr>
  </p:notesTextViewPr>
  <p:sorterViewPr>
    <p:cViewPr>
      <p:scale>
        <a:sx n="100" d="100"/>
        <a:sy n="100" d="100"/>
      </p:scale>
      <p:origin x="0" y="130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4" Type="http://schemas.openxmlformats.org/officeDocument/2006/relationships/tags" Target="tags/tag109.xml"/><Relationship Id="rId33" Type="http://schemas.openxmlformats.org/officeDocument/2006/relationships/font" Target="fonts/font7.fntdata"/><Relationship Id="rId32" Type="http://schemas.openxmlformats.org/officeDocument/2006/relationships/font" Target="fonts/font6.fntdata"/><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Master" Target="slideMasters/slideMaster2.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23871\Desktop\&#26032;&#24314;%20XLS%20&#24037;&#20316;&#34920;.xls"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近</a:t>
            </a:r>
            <a:r>
              <a:rPr lang="en-US" altLang="zh-CN"/>
              <a:t>6</a:t>
            </a:r>
            <a:r>
              <a:rPr altLang="en-US"/>
              <a:t>年参赛学校和人数</a:t>
            </a:r>
            <a:endParaRPr lang="en-US" altLang="zh-CN"/>
          </a:p>
        </c:rich>
      </c:tx>
      <c:layout/>
      <c:overlay val="0"/>
      <c:spPr>
        <a:noFill/>
        <a:ln>
          <a:noFill/>
        </a:ln>
        <a:effectLst/>
      </c:spPr>
    </c:title>
    <c:autoTitleDeleted val="0"/>
    <c:plotArea>
      <c:layout/>
      <c:barChart>
        <c:barDir val="col"/>
        <c:grouping val="clustered"/>
        <c:varyColors val="0"/>
        <c:ser>
          <c:idx val="0"/>
          <c:order val="0"/>
          <c:tx>
            <c:strRef>
              <c:f>'[新建 XLS 工作表.xls]Sheet1'!$B$1</c:f>
              <c:strCache>
                <c:ptCount val="1"/>
                <c:pt idx="0">
                  <c:v>参赛高校</c:v>
                </c:pt>
              </c:strCache>
            </c:strRef>
          </c:tx>
          <c:spPr>
            <a:solidFill>
              <a:schemeClr val="accent1"/>
            </a:solidFill>
            <a:ln>
              <a:noFill/>
            </a:ln>
            <a:effectLst/>
          </c:spPr>
          <c:invertIfNegative val="0"/>
          <c:dLbls>
            <c:dLbl>
              <c:idx val="0"/>
              <c:layout/>
              <c:tx>
                <c:rich>
                  <a:bodyPr rot="0" spcFirstLastPara="0" vertOverflow="ellipsis" vert="horz" wrap="square" lIns="38100" tIns="19050" rIns="38100" bIns="19050" anchor="ctr" anchorCtr="1"/>
                  <a:lstStyle/>
                  <a:p>
                    <a:pPr defTabSz="914400">
                      <a:defRPr lang="zh-CN" sz="1000" b="0" i="0" u="none" strike="noStrike" kern="1200" baseline="0">
                        <a:solidFill>
                          <a:schemeClr val="tx1">
                            <a:lumMod val="75000"/>
                            <a:lumOff val="25000"/>
                          </a:schemeClr>
                        </a:solidFill>
                        <a:latin typeface="+mn-lt"/>
                        <a:ea typeface="+mn-ea"/>
                        <a:cs typeface="+mn-cs"/>
                      </a:defRPr>
                    </a:pPr>
                    <a:r>
                      <a:t>366</a:t>
                    </a:r>
                  </a:p>
                </c:rich>
              </c:tx>
              <c:dLblPos val="outEnd"/>
              <c:showLegendKey val="0"/>
              <c:showVal val="1"/>
              <c:showCatName val="0"/>
              <c:showSerName val="0"/>
              <c:showPercent val="0"/>
              <c:showBubbleSize val="0"/>
              <c:extLst>
                <c:ext xmlns:c15="http://schemas.microsoft.com/office/drawing/2012/chart" uri="{CE6537A1-D6FC-4f65-9D91-7224C49458BB}"/>
              </c:extLst>
            </c:dLbl>
            <c:dLbl>
              <c:idx val="1"/>
              <c:layout/>
              <c:tx>
                <c:rich>
                  <a:bodyPr rot="0" spcFirstLastPara="0" vertOverflow="ellipsis" vert="horz" wrap="square" lIns="38100" tIns="19050" rIns="38100" bIns="19050" anchor="ctr" anchorCtr="1"/>
                  <a:lstStyle/>
                  <a:p>
                    <a:pPr defTabSz="914400">
                      <a:defRPr lang="zh-CN" sz="1000" b="0" i="0" u="none" strike="noStrike" kern="1200" baseline="0">
                        <a:solidFill>
                          <a:schemeClr val="tx1">
                            <a:lumMod val="75000"/>
                            <a:lumOff val="25000"/>
                          </a:schemeClr>
                        </a:solidFill>
                        <a:latin typeface="+mn-lt"/>
                        <a:ea typeface="+mn-ea"/>
                        <a:cs typeface="+mn-cs"/>
                      </a:defRPr>
                    </a:pPr>
                    <a:r>
                      <a:t>415</a:t>
                    </a:r>
                  </a:p>
                </c:rich>
              </c:tx>
              <c:dLblPos val="outEnd"/>
              <c:showLegendKey val="0"/>
              <c:showVal val="1"/>
              <c:showCatName val="0"/>
              <c:showSerName val="0"/>
              <c:showPercent val="0"/>
              <c:showBubbleSize val="0"/>
              <c:extLst>
                <c:ext xmlns:c15="http://schemas.microsoft.com/office/drawing/2012/chart" uri="{CE6537A1-D6FC-4f65-9D91-7224C49458BB}"/>
              </c:extLst>
            </c:dLbl>
            <c:dLbl>
              <c:idx val="2"/>
              <c:layout/>
              <c:tx>
                <c:rich>
                  <a:bodyPr rot="0" spcFirstLastPara="0" vertOverflow="ellipsis" vert="horz" wrap="square" lIns="38100" tIns="19050" rIns="38100" bIns="19050" anchor="ctr" anchorCtr="1"/>
                  <a:lstStyle/>
                  <a:p>
                    <a:pPr defTabSz="914400">
                      <a:defRPr lang="zh-CN" sz="1000" b="0" i="0" u="none" strike="noStrike" kern="1200" baseline="0">
                        <a:solidFill>
                          <a:schemeClr val="tx1">
                            <a:lumMod val="75000"/>
                            <a:lumOff val="25000"/>
                          </a:schemeClr>
                        </a:solidFill>
                        <a:latin typeface="+mn-lt"/>
                        <a:ea typeface="+mn-ea"/>
                        <a:cs typeface="+mn-cs"/>
                      </a:defRPr>
                    </a:pPr>
                    <a:r>
                      <a:t>352</a:t>
                    </a:r>
                  </a:p>
                </c:rich>
              </c:tx>
              <c:dLblPos val="outEnd"/>
              <c:showLegendKey val="0"/>
              <c:showVal val="1"/>
              <c:showCatName val="0"/>
              <c:showSerName val="0"/>
              <c:showPercent val="0"/>
              <c:showBubbleSize val="0"/>
              <c:extLst>
                <c:ext xmlns:c15="http://schemas.microsoft.com/office/drawing/2012/chart" uri="{CE6537A1-D6FC-4f65-9D91-7224C49458BB}"/>
              </c:extLst>
            </c:dLbl>
            <c:dLbl>
              <c:idx val="3"/>
              <c:layout/>
              <c:tx>
                <c:rich>
                  <a:bodyPr rot="0" spcFirstLastPara="0" vertOverflow="ellipsis" vert="horz" wrap="square" lIns="38100" tIns="19050" rIns="38100" bIns="19050" anchor="ctr" anchorCtr="1"/>
                  <a:lstStyle/>
                  <a:p>
                    <a:pPr defTabSz="914400">
                      <a:defRPr lang="zh-CN" sz="1000" b="0" i="0" u="none" strike="noStrike" kern="1200" baseline="0">
                        <a:solidFill>
                          <a:schemeClr val="tx1">
                            <a:lumMod val="75000"/>
                            <a:lumOff val="25000"/>
                          </a:schemeClr>
                        </a:solidFill>
                        <a:latin typeface="+mn-lt"/>
                        <a:ea typeface="+mn-ea"/>
                        <a:cs typeface="+mn-cs"/>
                      </a:defRPr>
                    </a:pPr>
                    <a:r>
                      <a:t>394</a:t>
                    </a:r>
                  </a:p>
                </c:rich>
              </c:tx>
              <c:dLblPos val="outEnd"/>
              <c:showLegendKey val="0"/>
              <c:showVal val="1"/>
              <c:showCatName val="0"/>
              <c:showSerName val="0"/>
              <c:showPercent val="0"/>
              <c:showBubbleSize val="0"/>
              <c:extLst>
                <c:ext xmlns:c15="http://schemas.microsoft.com/office/drawing/2012/chart" uri="{CE6537A1-D6FC-4f65-9D91-7224C49458BB}"/>
              </c:extLst>
            </c:dLbl>
            <c:dLbl>
              <c:idx val="4"/>
              <c:layout/>
              <c:tx>
                <c:rich>
                  <a:bodyPr rot="0" spcFirstLastPara="0" vertOverflow="ellipsis" vert="horz" wrap="square" lIns="38100" tIns="19050" rIns="38100" bIns="19050" anchor="ctr" anchorCtr="1"/>
                  <a:lstStyle/>
                  <a:p>
                    <a:pPr defTabSz="914400">
                      <a:defRPr lang="zh-CN" sz="1000" b="0" i="0" u="none" strike="noStrike" kern="1200" baseline="0">
                        <a:solidFill>
                          <a:schemeClr val="tx1">
                            <a:lumMod val="75000"/>
                            <a:lumOff val="25000"/>
                          </a:schemeClr>
                        </a:solidFill>
                        <a:latin typeface="+mn-lt"/>
                        <a:ea typeface="+mn-ea"/>
                        <a:cs typeface="+mn-cs"/>
                      </a:defRPr>
                    </a:pPr>
                    <a:r>
                      <a:t>368</a:t>
                    </a:r>
                  </a:p>
                </c:rich>
              </c:tx>
              <c:dLblPos val="outEnd"/>
              <c:showLegendKey val="0"/>
              <c:showVal val="1"/>
              <c:showCatName val="0"/>
              <c:showSerName val="0"/>
              <c:showPercent val="0"/>
              <c:showBubbleSize val="0"/>
              <c:extLst>
                <c:ext xmlns:c15="http://schemas.microsoft.com/office/drawing/2012/chart" uri="{CE6537A1-D6FC-4f65-9D91-7224C49458BB}"/>
              </c:extLst>
            </c:dLbl>
            <c:dLbl>
              <c:idx val="5"/>
              <c:layout/>
              <c:tx>
                <c:rich>
                  <a:bodyPr rot="0" spcFirstLastPara="0" vertOverflow="ellipsis" vert="horz" wrap="square" lIns="38100" tIns="19050" rIns="38100" bIns="19050" anchor="ctr" anchorCtr="1"/>
                  <a:lstStyle/>
                  <a:p>
                    <a:pPr defTabSz="914400">
                      <a:defRPr lang="zh-CN" sz="1000" b="0" i="0" u="none" strike="noStrike" kern="1200" baseline="0">
                        <a:solidFill>
                          <a:schemeClr val="tx1">
                            <a:lumMod val="75000"/>
                            <a:lumOff val="25000"/>
                          </a:schemeClr>
                        </a:solidFill>
                        <a:latin typeface="+mn-lt"/>
                        <a:ea typeface="+mn-ea"/>
                        <a:cs typeface="+mn-cs"/>
                      </a:defRPr>
                    </a:pPr>
                    <a:r>
                      <a:t>498</a:t>
                    </a:r>
                  </a:p>
                </c:rich>
              </c:tx>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'[新建 XLS 工作表.xls]Sheet1'!$A$2:$A$7</c:f>
              <c:numCache>
                <c:formatCode>General</c:formatCode>
                <c:ptCount val="6"/>
                <c:pt idx="0">
                  <c:v>2018</c:v>
                </c:pt>
                <c:pt idx="1">
                  <c:v>2019</c:v>
                </c:pt>
                <c:pt idx="2">
                  <c:v>2020</c:v>
                </c:pt>
                <c:pt idx="3">
                  <c:v>2021</c:v>
                </c:pt>
                <c:pt idx="4">
                  <c:v>2022</c:v>
                </c:pt>
                <c:pt idx="5">
                  <c:v>2023</c:v>
                </c:pt>
              </c:numCache>
            </c:numRef>
          </c:cat>
          <c:val>
            <c:numRef>
              <c:f>'[新建 XLS 工作表.xls]Sheet1'!$B$2:$B$7</c:f>
              <c:numCache>
                <c:formatCode>General</c:formatCode>
                <c:ptCount val="6"/>
                <c:pt idx="0">
                  <c:v>3660</c:v>
                </c:pt>
                <c:pt idx="1">
                  <c:v>4150</c:v>
                </c:pt>
                <c:pt idx="2">
                  <c:v>3520</c:v>
                </c:pt>
                <c:pt idx="3">
                  <c:v>3940</c:v>
                </c:pt>
                <c:pt idx="4">
                  <c:v>3680</c:v>
                </c:pt>
                <c:pt idx="5">
                  <c:v>4980</c:v>
                </c:pt>
              </c:numCache>
            </c:numRef>
          </c:val>
        </c:ser>
        <c:ser>
          <c:idx val="1"/>
          <c:order val="1"/>
          <c:tx>
            <c:strRef>
              <c:f>'[新建 XLS 工作表.xls]Sheet1'!$C$1</c:f>
              <c:strCache>
                <c:ptCount val="1"/>
                <c:pt idx="0">
                  <c:v>参赛人数</c:v>
                </c:pt>
              </c:strCache>
            </c:strRef>
          </c:tx>
          <c:spPr>
            <a:solidFill>
              <a:schemeClr val="accent2"/>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'[新建 XLS 工作表.xls]Sheet1'!$A$2:$A$7</c:f>
              <c:numCache>
                <c:formatCode>General</c:formatCode>
                <c:ptCount val="6"/>
                <c:pt idx="0">
                  <c:v>2018</c:v>
                </c:pt>
                <c:pt idx="1">
                  <c:v>2019</c:v>
                </c:pt>
                <c:pt idx="2">
                  <c:v>2020</c:v>
                </c:pt>
                <c:pt idx="3">
                  <c:v>2021</c:v>
                </c:pt>
                <c:pt idx="4">
                  <c:v>2022</c:v>
                </c:pt>
                <c:pt idx="5">
                  <c:v>2023</c:v>
                </c:pt>
              </c:numCache>
            </c:numRef>
          </c:cat>
          <c:val>
            <c:numRef>
              <c:f>'[新建 XLS 工作表.xls]Sheet1'!$C$2:$C$7</c:f>
              <c:numCache>
                <c:formatCode>General</c:formatCode>
                <c:ptCount val="6"/>
                <c:pt idx="0">
                  <c:v>9436</c:v>
                </c:pt>
                <c:pt idx="1">
                  <c:v>9200</c:v>
                </c:pt>
                <c:pt idx="2">
                  <c:v>7180</c:v>
                </c:pt>
                <c:pt idx="3">
                  <c:v>8003</c:v>
                </c:pt>
                <c:pt idx="4">
                  <c:v>7523</c:v>
                </c:pt>
                <c:pt idx="5">
                  <c:v>10518</c:v>
                </c:pt>
              </c:numCache>
            </c:numRef>
          </c:val>
        </c:ser>
        <c:dLbls>
          <c:showLegendKey val="0"/>
          <c:showVal val="1"/>
          <c:showCatName val="0"/>
          <c:showSerName val="0"/>
          <c:showPercent val="0"/>
          <c:showBubbleSize val="0"/>
        </c:dLbls>
        <c:gapWidth val="246"/>
        <c:overlap val="-28"/>
        <c:axId val="243612233"/>
        <c:axId val="447359856"/>
      </c:barChart>
      <c:catAx>
        <c:axId val="24361223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447359856"/>
        <c:crosses val="autoZero"/>
        <c:auto val="1"/>
        <c:lblAlgn val="ctr"/>
        <c:lblOffset val="100"/>
        <c:noMultiLvlLbl val="0"/>
      </c:catAx>
      <c:valAx>
        <c:axId val="447359856"/>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43612233"/>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1FAED0-7D10-4239-9B56-C55805060B8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147A23-5BA8-44CE-9215-79B767159C4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281" y="2130426"/>
            <a:ext cx="10361851"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562" y="3886200"/>
            <a:ext cx="8533289"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521" y="6356351"/>
            <a:ext cx="2844430" cy="365125"/>
          </a:xfrm>
          <a:prstGeom prst="rect">
            <a:avLst/>
          </a:prstGeom>
        </p:spPr>
        <p:txBody>
          <a:bodyPr/>
          <a:lstStyle/>
          <a:p>
            <a:fld id="{A61B1FD8-8752-40A4-8FD5-E89685AB56BD}" type="datetimeFigureOut">
              <a:rPr lang="zh-CN" altLang="en-US" smtClean="0"/>
            </a:fld>
            <a:endParaRPr lang="zh-CN" altLang="en-US"/>
          </a:p>
        </p:txBody>
      </p:sp>
      <p:sp>
        <p:nvSpPr>
          <p:cNvPr id="5" name="页脚占位符 4"/>
          <p:cNvSpPr>
            <a:spLocks noGrp="1"/>
          </p:cNvSpPr>
          <p:nvPr>
            <p:ph type="ftr" sz="quarter" idx="11"/>
          </p:nvPr>
        </p:nvSpPr>
        <p:spPr>
          <a:xfrm>
            <a:off x="4165058" y="6356351"/>
            <a:ext cx="3860297"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6463" y="6356351"/>
            <a:ext cx="2844430" cy="365125"/>
          </a:xfrm>
          <a:prstGeom prst="rect">
            <a:avLst/>
          </a:prstGeom>
        </p:spPr>
        <p:txBody>
          <a:bodyPr/>
          <a:lstStyle/>
          <a:p>
            <a:fld id="{52DCD716-44A1-4A3E-9A48-2DB906ECEF8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521" y="274638"/>
            <a:ext cx="10971372"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521" y="1600201"/>
            <a:ext cx="10971372" cy="4525963"/>
          </a:xfrm>
          <a:prstGeom prst="rect">
            <a:avLst/>
          </a:prstGeo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609521" y="6356351"/>
            <a:ext cx="2844430" cy="365125"/>
          </a:xfrm>
          <a:prstGeom prst="rect">
            <a:avLst/>
          </a:prstGeom>
        </p:spPr>
        <p:txBody>
          <a:bodyPr/>
          <a:lstStyle/>
          <a:p>
            <a:fld id="{A61B1FD8-8752-40A4-8FD5-E89685AB56BD}" type="datetimeFigureOut">
              <a:rPr lang="zh-CN" altLang="en-US" smtClean="0"/>
            </a:fld>
            <a:endParaRPr lang="zh-CN" altLang="en-US"/>
          </a:p>
        </p:txBody>
      </p:sp>
      <p:sp>
        <p:nvSpPr>
          <p:cNvPr id="5" name="页脚占位符 4"/>
          <p:cNvSpPr>
            <a:spLocks noGrp="1"/>
          </p:cNvSpPr>
          <p:nvPr>
            <p:ph type="ftr" sz="quarter" idx="11"/>
          </p:nvPr>
        </p:nvSpPr>
        <p:spPr>
          <a:xfrm>
            <a:off x="4165058" y="6356351"/>
            <a:ext cx="3860297"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6463" y="6356351"/>
            <a:ext cx="2844430" cy="365125"/>
          </a:xfrm>
          <a:prstGeom prst="rect">
            <a:avLst/>
          </a:prstGeom>
        </p:spPr>
        <p:txBody>
          <a:bodyPr/>
          <a:lstStyle/>
          <a:p>
            <a:fld id="{52DCD716-44A1-4A3E-9A48-2DB906ECEF8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6901"/>
            <a:ext cx="10361851"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6713"/>
            <a:ext cx="10361851"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521" y="6356351"/>
            <a:ext cx="2844430" cy="365125"/>
          </a:xfrm>
          <a:prstGeom prst="rect">
            <a:avLst/>
          </a:prstGeom>
        </p:spPr>
        <p:txBody>
          <a:bodyPr/>
          <a:lstStyle/>
          <a:p>
            <a:fld id="{A61B1FD8-8752-40A4-8FD5-E89685AB56BD}" type="datetimeFigureOut">
              <a:rPr lang="zh-CN" altLang="en-US" smtClean="0"/>
            </a:fld>
            <a:endParaRPr lang="zh-CN" altLang="en-US"/>
          </a:p>
        </p:txBody>
      </p:sp>
      <p:sp>
        <p:nvSpPr>
          <p:cNvPr id="5" name="页脚占位符 4"/>
          <p:cNvSpPr>
            <a:spLocks noGrp="1"/>
          </p:cNvSpPr>
          <p:nvPr>
            <p:ph type="ftr" sz="quarter" idx="11"/>
          </p:nvPr>
        </p:nvSpPr>
        <p:spPr>
          <a:xfrm>
            <a:off x="4165058" y="6356351"/>
            <a:ext cx="3860297"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6463" y="6356351"/>
            <a:ext cx="2844430" cy="365125"/>
          </a:xfrm>
          <a:prstGeom prst="rect">
            <a:avLst/>
          </a:prstGeom>
        </p:spPr>
        <p:txBody>
          <a:bodyPr/>
          <a:lstStyle/>
          <a:p>
            <a:fld id="{52DCD716-44A1-4A3E-9A48-2DB906ECEF8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521" y="274638"/>
            <a:ext cx="10971372"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12695" y="1600201"/>
            <a:ext cx="721054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8226413" y="1600201"/>
            <a:ext cx="7212661"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521" y="6356351"/>
            <a:ext cx="2844430" cy="365125"/>
          </a:xfrm>
          <a:prstGeom prst="rect">
            <a:avLst/>
          </a:prstGeom>
        </p:spPr>
        <p:txBody>
          <a:bodyPr/>
          <a:lstStyle/>
          <a:p>
            <a:fld id="{A61B1FD8-8752-40A4-8FD5-E89685AB56BD}" type="datetimeFigureOut">
              <a:rPr lang="zh-CN" altLang="en-US" smtClean="0"/>
            </a:fld>
            <a:endParaRPr lang="zh-CN" altLang="en-US"/>
          </a:p>
        </p:txBody>
      </p:sp>
      <p:sp>
        <p:nvSpPr>
          <p:cNvPr id="6" name="页脚占位符 5"/>
          <p:cNvSpPr>
            <a:spLocks noGrp="1"/>
          </p:cNvSpPr>
          <p:nvPr>
            <p:ph type="ftr" sz="quarter" idx="11"/>
          </p:nvPr>
        </p:nvSpPr>
        <p:spPr>
          <a:xfrm>
            <a:off x="4165058" y="6356351"/>
            <a:ext cx="3860297"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736463" y="6356351"/>
            <a:ext cx="2844430" cy="365125"/>
          </a:xfrm>
          <a:prstGeom prst="rect">
            <a:avLst/>
          </a:prstGeom>
        </p:spPr>
        <p:txBody>
          <a:bodyPr/>
          <a:lstStyle/>
          <a:p>
            <a:fld id="{52DCD716-44A1-4A3E-9A48-2DB906ECEF8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521" y="274638"/>
            <a:ext cx="10971372"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113"/>
            <a:ext cx="5386216"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4875"/>
            <a:ext cx="5386216"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1" y="1535113"/>
            <a:ext cx="5388332"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1" y="2174875"/>
            <a:ext cx="5388332"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521" y="6356351"/>
            <a:ext cx="2844430" cy="365125"/>
          </a:xfrm>
          <a:prstGeom prst="rect">
            <a:avLst/>
          </a:prstGeom>
        </p:spPr>
        <p:txBody>
          <a:bodyPr/>
          <a:lstStyle/>
          <a:p>
            <a:fld id="{A61B1FD8-8752-40A4-8FD5-E89685AB56BD}" type="datetimeFigureOut">
              <a:rPr lang="zh-CN" altLang="en-US" smtClean="0"/>
            </a:fld>
            <a:endParaRPr lang="zh-CN" altLang="en-US"/>
          </a:p>
        </p:txBody>
      </p:sp>
      <p:sp>
        <p:nvSpPr>
          <p:cNvPr id="8" name="页脚占位符 7"/>
          <p:cNvSpPr>
            <a:spLocks noGrp="1"/>
          </p:cNvSpPr>
          <p:nvPr>
            <p:ph type="ftr" sz="quarter" idx="11"/>
          </p:nvPr>
        </p:nvSpPr>
        <p:spPr>
          <a:xfrm>
            <a:off x="4165058" y="6356351"/>
            <a:ext cx="3860297"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736463" y="6356351"/>
            <a:ext cx="2844430" cy="365125"/>
          </a:xfrm>
          <a:prstGeom prst="rect">
            <a:avLst/>
          </a:prstGeom>
        </p:spPr>
        <p:txBody>
          <a:bodyPr/>
          <a:lstStyle/>
          <a:p>
            <a:fld id="{52DCD716-44A1-4A3E-9A48-2DB906ECEF8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521" y="274638"/>
            <a:ext cx="10971372"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521" y="6356351"/>
            <a:ext cx="2844430" cy="365125"/>
          </a:xfrm>
          <a:prstGeom prst="rect">
            <a:avLst/>
          </a:prstGeom>
        </p:spPr>
        <p:txBody>
          <a:bodyPr/>
          <a:lstStyle/>
          <a:p>
            <a:fld id="{A61B1FD8-8752-40A4-8FD5-E89685AB56BD}" type="datetimeFigureOut">
              <a:rPr lang="zh-CN" altLang="en-US" smtClean="0"/>
            </a:fld>
            <a:endParaRPr lang="zh-CN" altLang="en-US"/>
          </a:p>
        </p:txBody>
      </p:sp>
      <p:sp>
        <p:nvSpPr>
          <p:cNvPr id="4" name="页脚占位符 3"/>
          <p:cNvSpPr>
            <a:spLocks noGrp="1"/>
          </p:cNvSpPr>
          <p:nvPr>
            <p:ph type="ftr" sz="quarter" idx="11"/>
          </p:nvPr>
        </p:nvSpPr>
        <p:spPr>
          <a:xfrm>
            <a:off x="4165058" y="6356351"/>
            <a:ext cx="3860297"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736463" y="6356351"/>
            <a:ext cx="2844430" cy="365125"/>
          </a:xfrm>
          <a:prstGeom prst="rect">
            <a:avLst/>
          </a:prstGeom>
        </p:spPr>
        <p:txBody>
          <a:bodyPr/>
          <a:lstStyle/>
          <a:p>
            <a:fld id="{52DCD716-44A1-4A3E-9A48-2DB906ECEF8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521" y="6356351"/>
            <a:ext cx="2844430" cy="365125"/>
          </a:xfrm>
          <a:prstGeom prst="rect">
            <a:avLst/>
          </a:prstGeom>
        </p:spPr>
        <p:txBody>
          <a:bodyPr/>
          <a:lstStyle/>
          <a:p>
            <a:fld id="{A61B1FD8-8752-40A4-8FD5-E89685AB56BD}" type="datetimeFigureOut">
              <a:rPr lang="zh-CN" altLang="en-US" smtClean="0"/>
            </a:fld>
            <a:endParaRPr lang="zh-CN" altLang="en-US"/>
          </a:p>
        </p:txBody>
      </p:sp>
      <p:sp>
        <p:nvSpPr>
          <p:cNvPr id="3" name="页脚占位符 2"/>
          <p:cNvSpPr>
            <a:spLocks noGrp="1"/>
          </p:cNvSpPr>
          <p:nvPr>
            <p:ph type="ftr" sz="quarter" idx="11"/>
          </p:nvPr>
        </p:nvSpPr>
        <p:spPr>
          <a:xfrm>
            <a:off x="4165058" y="6356351"/>
            <a:ext cx="3860297"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736463" y="6356351"/>
            <a:ext cx="2844430" cy="365125"/>
          </a:xfrm>
          <a:prstGeom prst="rect">
            <a:avLst/>
          </a:prstGeom>
        </p:spPr>
        <p:txBody>
          <a:bodyPr/>
          <a:lstStyle/>
          <a:p>
            <a:fld id="{52DCD716-44A1-4A3E-9A48-2DB906ECEF8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521" y="273050"/>
            <a:ext cx="4010562"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113" y="273051"/>
            <a:ext cx="6814779"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521" y="1435101"/>
            <a:ext cx="4010562"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521" y="6356351"/>
            <a:ext cx="2844430" cy="365125"/>
          </a:xfrm>
          <a:prstGeom prst="rect">
            <a:avLst/>
          </a:prstGeom>
        </p:spPr>
        <p:txBody>
          <a:bodyPr/>
          <a:lstStyle/>
          <a:p>
            <a:fld id="{A61B1FD8-8752-40A4-8FD5-E89685AB56BD}" type="datetimeFigureOut">
              <a:rPr lang="zh-CN" altLang="en-US" smtClean="0"/>
            </a:fld>
            <a:endParaRPr lang="zh-CN" altLang="en-US"/>
          </a:p>
        </p:txBody>
      </p:sp>
      <p:sp>
        <p:nvSpPr>
          <p:cNvPr id="6" name="页脚占位符 5"/>
          <p:cNvSpPr>
            <a:spLocks noGrp="1"/>
          </p:cNvSpPr>
          <p:nvPr>
            <p:ph type="ftr" sz="quarter" idx="11"/>
          </p:nvPr>
        </p:nvSpPr>
        <p:spPr>
          <a:xfrm>
            <a:off x="4165058" y="6356351"/>
            <a:ext cx="3860297"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736463" y="6356351"/>
            <a:ext cx="2844430" cy="365125"/>
          </a:xfrm>
          <a:prstGeom prst="rect">
            <a:avLst/>
          </a:prstGeom>
        </p:spPr>
        <p:txBody>
          <a:bodyPr/>
          <a:lstStyle/>
          <a:p>
            <a:fld id="{52DCD716-44A1-4A3E-9A48-2DB906ECEF8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06" y="4800600"/>
            <a:ext cx="7314248"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06" y="612775"/>
            <a:ext cx="7314248"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406" y="5367338"/>
            <a:ext cx="7314248"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521" y="6356351"/>
            <a:ext cx="2844430" cy="365125"/>
          </a:xfrm>
          <a:prstGeom prst="rect">
            <a:avLst/>
          </a:prstGeom>
        </p:spPr>
        <p:txBody>
          <a:bodyPr/>
          <a:lstStyle/>
          <a:p>
            <a:fld id="{A61B1FD8-8752-40A4-8FD5-E89685AB56BD}" type="datetimeFigureOut">
              <a:rPr lang="zh-CN" altLang="en-US" smtClean="0"/>
            </a:fld>
            <a:endParaRPr lang="zh-CN" altLang="en-US"/>
          </a:p>
        </p:txBody>
      </p:sp>
      <p:sp>
        <p:nvSpPr>
          <p:cNvPr id="6" name="页脚占位符 5"/>
          <p:cNvSpPr>
            <a:spLocks noGrp="1"/>
          </p:cNvSpPr>
          <p:nvPr>
            <p:ph type="ftr" sz="quarter" idx="11"/>
          </p:nvPr>
        </p:nvSpPr>
        <p:spPr>
          <a:xfrm>
            <a:off x="4165058" y="6356351"/>
            <a:ext cx="3860297"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736463" y="6356351"/>
            <a:ext cx="2844430" cy="365125"/>
          </a:xfrm>
          <a:prstGeom prst="rect">
            <a:avLst/>
          </a:prstGeom>
        </p:spPr>
        <p:txBody>
          <a:bodyPr/>
          <a:lstStyle/>
          <a:p>
            <a:fld id="{52DCD716-44A1-4A3E-9A48-2DB906ECEF8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Sp="0">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521" y="274638"/>
            <a:ext cx="10971372"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1600201"/>
            <a:ext cx="10971372"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521" y="6356351"/>
            <a:ext cx="2844430" cy="365125"/>
          </a:xfrm>
          <a:prstGeom prst="rect">
            <a:avLst/>
          </a:prstGeom>
        </p:spPr>
        <p:txBody>
          <a:bodyPr/>
          <a:lstStyle/>
          <a:p>
            <a:fld id="{A61B1FD8-8752-40A4-8FD5-E89685AB56BD}" type="datetimeFigureOut">
              <a:rPr lang="zh-CN" altLang="en-US" smtClean="0"/>
            </a:fld>
            <a:endParaRPr lang="zh-CN" altLang="en-US"/>
          </a:p>
        </p:txBody>
      </p:sp>
      <p:sp>
        <p:nvSpPr>
          <p:cNvPr id="5" name="页脚占位符 4"/>
          <p:cNvSpPr>
            <a:spLocks noGrp="1"/>
          </p:cNvSpPr>
          <p:nvPr>
            <p:ph type="ftr" sz="quarter" idx="11"/>
          </p:nvPr>
        </p:nvSpPr>
        <p:spPr>
          <a:xfrm>
            <a:off x="4165058" y="6356351"/>
            <a:ext cx="3860297"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6463" y="6356351"/>
            <a:ext cx="2844430" cy="365125"/>
          </a:xfrm>
          <a:prstGeom prst="rect">
            <a:avLst/>
          </a:prstGeom>
        </p:spPr>
        <p:txBody>
          <a:bodyPr/>
          <a:lstStyle/>
          <a:p>
            <a:fld id="{52DCD716-44A1-4A3E-9A48-2DB906ECEF8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1784067" y="274639"/>
            <a:ext cx="3655008"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12694" y="274639"/>
            <a:ext cx="10768198"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521" y="6356351"/>
            <a:ext cx="2844430" cy="365125"/>
          </a:xfrm>
          <a:prstGeom prst="rect">
            <a:avLst/>
          </a:prstGeom>
        </p:spPr>
        <p:txBody>
          <a:bodyPr/>
          <a:lstStyle/>
          <a:p>
            <a:fld id="{A61B1FD8-8752-40A4-8FD5-E89685AB56BD}" type="datetimeFigureOut">
              <a:rPr lang="zh-CN" altLang="en-US" smtClean="0"/>
            </a:fld>
            <a:endParaRPr lang="zh-CN" altLang="en-US"/>
          </a:p>
        </p:txBody>
      </p:sp>
      <p:sp>
        <p:nvSpPr>
          <p:cNvPr id="5" name="页脚占位符 4"/>
          <p:cNvSpPr>
            <a:spLocks noGrp="1"/>
          </p:cNvSpPr>
          <p:nvPr>
            <p:ph type="ftr" sz="quarter" idx="11"/>
          </p:nvPr>
        </p:nvSpPr>
        <p:spPr>
          <a:xfrm>
            <a:off x="4165058" y="6356351"/>
            <a:ext cx="3860297"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6463" y="6356351"/>
            <a:ext cx="2844430" cy="365125"/>
          </a:xfrm>
          <a:prstGeom prst="rect">
            <a:avLst/>
          </a:prstGeom>
        </p:spPr>
        <p:txBody>
          <a:bodyPr/>
          <a:lstStyle/>
          <a:p>
            <a:fld id="{52DCD716-44A1-4A3E-9A48-2DB906ECEF8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1613"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2813"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00" y="6356350"/>
            <a:ext cx="2844800" cy="365125"/>
          </a:xfrm>
          <a:prstGeom prst="rect">
            <a:avLst/>
          </a:prstGeom>
        </p:spPr>
        <p:txBody>
          <a:bodyPr/>
          <a:lstStyle/>
          <a:p>
            <a:fld id="{36EC894D-09CB-4DE7-A121-44A8E704B94B}" type="datetimeFigureOut">
              <a:rPr lang="zh-CN" altLang="en-US" smtClean="0"/>
            </a:fld>
            <a:endParaRPr lang="zh-CN" altLang="en-US"/>
          </a:p>
        </p:txBody>
      </p:sp>
      <p:sp>
        <p:nvSpPr>
          <p:cNvPr id="5" name="页脚占位符 4"/>
          <p:cNvSpPr>
            <a:spLocks noGrp="1"/>
          </p:cNvSpPr>
          <p:nvPr>
            <p:ph type="ftr" sz="quarter" idx="11"/>
          </p:nvPr>
        </p:nvSpPr>
        <p:spPr>
          <a:xfrm>
            <a:off x="4165600" y="6356350"/>
            <a:ext cx="3859213"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6013" y="6356350"/>
            <a:ext cx="2844800" cy="365125"/>
          </a:xfrm>
          <a:prstGeom prst="rect">
            <a:avLst/>
          </a:prstGeom>
        </p:spPr>
        <p:txBody>
          <a:bodyPr/>
          <a:lstStyle/>
          <a:p>
            <a:fld id="{FAB2F72D-0145-4728-BBF6-AFA599DFD9D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1213"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00" y="1600200"/>
            <a:ext cx="10971213"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0"/>
            <a:ext cx="2844800" cy="365125"/>
          </a:xfrm>
          <a:prstGeom prst="rect">
            <a:avLst/>
          </a:prstGeom>
        </p:spPr>
        <p:txBody>
          <a:bodyPr/>
          <a:lstStyle/>
          <a:p>
            <a:fld id="{36EC894D-09CB-4DE7-A121-44A8E704B94B}" type="datetimeFigureOut">
              <a:rPr lang="zh-CN" altLang="en-US" smtClean="0"/>
            </a:fld>
            <a:endParaRPr lang="zh-CN" altLang="en-US"/>
          </a:p>
        </p:txBody>
      </p:sp>
      <p:sp>
        <p:nvSpPr>
          <p:cNvPr id="5" name="页脚占位符 4"/>
          <p:cNvSpPr>
            <a:spLocks noGrp="1"/>
          </p:cNvSpPr>
          <p:nvPr>
            <p:ph type="ftr" sz="quarter" idx="11"/>
          </p:nvPr>
        </p:nvSpPr>
        <p:spPr>
          <a:xfrm>
            <a:off x="4165600" y="6356350"/>
            <a:ext cx="3859213"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6013" y="6356350"/>
            <a:ext cx="2844800" cy="365125"/>
          </a:xfrm>
          <a:prstGeom prst="rect">
            <a:avLst/>
          </a:prstGeom>
        </p:spPr>
        <p:txBody>
          <a:bodyPr/>
          <a:lstStyle/>
          <a:p>
            <a:fld id="{FAB2F72D-0145-4728-BBF6-AFA599DFD9D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1612"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613" y="2906713"/>
            <a:ext cx="10361612"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00" y="6356350"/>
            <a:ext cx="2844800" cy="365125"/>
          </a:xfrm>
          <a:prstGeom prst="rect">
            <a:avLst/>
          </a:prstGeom>
        </p:spPr>
        <p:txBody>
          <a:bodyPr/>
          <a:lstStyle/>
          <a:p>
            <a:fld id="{36EC894D-09CB-4DE7-A121-44A8E704B94B}" type="datetimeFigureOut">
              <a:rPr lang="zh-CN" altLang="en-US" smtClean="0"/>
            </a:fld>
            <a:endParaRPr lang="zh-CN" altLang="en-US"/>
          </a:p>
        </p:txBody>
      </p:sp>
      <p:sp>
        <p:nvSpPr>
          <p:cNvPr id="5" name="页脚占位符 4"/>
          <p:cNvSpPr>
            <a:spLocks noGrp="1"/>
          </p:cNvSpPr>
          <p:nvPr>
            <p:ph type="ftr" sz="quarter" idx="11"/>
          </p:nvPr>
        </p:nvSpPr>
        <p:spPr>
          <a:xfrm>
            <a:off x="4165600" y="6356350"/>
            <a:ext cx="3859213"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6013" y="6356350"/>
            <a:ext cx="2844800" cy="365125"/>
          </a:xfrm>
          <a:prstGeom prst="rect">
            <a:avLst/>
          </a:prstGeom>
        </p:spPr>
        <p:txBody>
          <a:bodyPr/>
          <a:lstStyle/>
          <a:p>
            <a:fld id="{FAB2F72D-0145-4728-BBF6-AFA599DFD9D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1213"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0"/>
            <a:ext cx="5408613"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0613" y="1600200"/>
            <a:ext cx="54102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00" y="6356350"/>
            <a:ext cx="2844800" cy="365125"/>
          </a:xfrm>
          <a:prstGeom prst="rect">
            <a:avLst/>
          </a:prstGeom>
        </p:spPr>
        <p:txBody>
          <a:bodyPr/>
          <a:lstStyle/>
          <a:p>
            <a:fld id="{36EC894D-09CB-4DE7-A121-44A8E704B94B}" type="datetimeFigureOut">
              <a:rPr lang="zh-CN" altLang="en-US" smtClean="0"/>
            </a:fld>
            <a:endParaRPr lang="zh-CN" altLang="en-US"/>
          </a:p>
        </p:txBody>
      </p:sp>
      <p:sp>
        <p:nvSpPr>
          <p:cNvPr id="6" name="页脚占位符 5"/>
          <p:cNvSpPr>
            <a:spLocks noGrp="1"/>
          </p:cNvSpPr>
          <p:nvPr>
            <p:ph type="ftr" sz="quarter" idx="11"/>
          </p:nvPr>
        </p:nvSpPr>
        <p:spPr>
          <a:xfrm>
            <a:off x="4165600" y="6356350"/>
            <a:ext cx="3859213"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736013" y="6356350"/>
            <a:ext cx="2844800" cy="365125"/>
          </a:xfrm>
          <a:prstGeom prst="rect">
            <a:avLst/>
          </a:prstGeom>
        </p:spPr>
        <p:txBody>
          <a:bodyPr/>
          <a:lstStyle/>
          <a:p>
            <a:fld id="{FAB2F72D-0145-4728-BBF6-AFA599DFD9D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1213"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3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3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838" y="1535113"/>
            <a:ext cx="53879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838" y="2174875"/>
            <a:ext cx="53879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00" y="6356350"/>
            <a:ext cx="2844800" cy="365125"/>
          </a:xfrm>
          <a:prstGeom prst="rect">
            <a:avLst/>
          </a:prstGeom>
        </p:spPr>
        <p:txBody>
          <a:bodyPr/>
          <a:lstStyle/>
          <a:p>
            <a:fld id="{36EC894D-09CB-4DE7-A121-44A8E704B94B}" type="datetimeFigureOut">
              <a:rPr lang="zh-CN" altLang="en-US" smtClean="0"/>
            </a:fld>
            <a:endParaRPr lang="zh-CN" altLang="en-US"/>
          </a:p>
        </p:txBody>
      </p:sp>
      <p:sp>
        <p:nvSpPr>
          <p:cNvPr id="8" name="页脚占位符 7"/>
          <p:cNvSpPr>
            <a:spLocks noGrp="1"/>
          </p:cNvSpPr>
          <p:nvPr>
            <p:ph type="ftr" sz="quarter" idx="11"/>
          </p:nvPr>
        </p:nvSpPr>
        <p:spPr>
          <a:xfrm>
            <a:off x="4165600" y="6356350"/>
            <a:ext cx="3859213"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736013" y="6356350"/>
            <a:ext cx="2844800" cy="365125"/>
          </a:xfrm>
          <a:prstGeom prst="rect">
            <a:avLst/>
          </a:prstGeom>
        </p:spPr>
        <p:txBody>
          <a:bodyPr/>
          <a:lstStyle/>
          <a:p>
            <a:fld id="{FAB2F72D-0145-4728-BBF6-AFA599DFD9D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1213"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00" y="6356350"/>
            <a:ext cx="2844800" cy="365125"/>
          </a:xfrm>
          <a:prstGeom prst="rect">
            <a:avLst/>
          </a:prstGeom>
        </p:spPr>
        <p:txBody>
          <a:bodyPr/>
          <a:lstStyle/>
          <a:p>
            <a:fld id="{36EC894D-09CB-4DE7-A121-44A8E704B94B}" type="datetimeFigureOut">
              <a:rPr lang="zh-CN" altLang="en-US" smtClean="0"/>
            </a:fld>
            <a:endParaRPr lang="zh-CN" altLang="en-US"/>
          </a:p>
        </p:txBody>
      </p:sp>
      <p:sp>
        <p:nvSpPr>
          <p:cNvPr id="4" name="页脚占位符 3"/>
          <p:cNvSpPr>
            <a:spLocks noGrp="1"/>
          </p:cNvSpPr>
          <p:nvPr>
            <p:ph type="ftr" sz="quarter" idx="11"/>
          </p:nvPr>
        </p:nvSpPr>
        <p:spPr>
          <a:xfrm>
            <a:off x="4165600" y="6356350"/>
            <a:ext cx="3859213"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736013" y="6356350"/>
            <a:ext cx="2844800" cy="365125"/>
          </a:xfrm>
          <a:prstGeom prst="rect">
            <a:avLst/>
          </a:prstGeom>
        </p:spPr>
        <p:txBody>
          <a:bodyPr/>
          <a:lstStyle/>
          <a:p>
            <a:fld id="{FAB2F72D-0145-4728-BBF6-AFA599DFD9D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0"/>
            <a:ext cx="2844800" cy="365125"/>
          </a:xfrm>
          <a:prstGeom prst="rect">
            <a:avLst/>
          </a:prstGeom>
        </p:spPr>
        <p:txBody>
          <a:bodyPr/>
          <a:lstStyle/>
          <a:p>
            <a:fld id="{36EC894D-09CB-4DE7-A121-44A8E704B94B}" type="datetimeFigureOut">
              <a:rPr lang="zh-CN" altLang="en-US" smtClean="0"/>
            </a:fld>
            <a:endParaRPr lang="zh-CN" altLang="en-US"/>
          </a:p>
        </p:txBody>
      </p:sp>
      <p:sp>
        <p:nvSpPr>
          <p:cNvPr id="3" name="页脚占位符 2"/>
          <p:cNvSpPr>
            <a:spLocks noGrp="1"/>
          </p:cNvSpPr>
          <p:nvPr>
            <p:ph type="ftr" sz="quarter" idx="11"/>
          </p:nvPr>
        </p:nvSpPr>
        <p:spPr>
          <a:xfrm>
            <a:off x="4165600" y="6356350"/>
            <a:ext cx="3859213"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736013" y="6356350"/>
            <a:ext cx="2844800" cy="365125"/>
          </a:xfrm>
          <a:prstGeom prst="rect">
            <a:avLst/>
          </a:prstGeom>
        </p:spPr>
        <p:txBody>
          <a:bodyPr/>
          <a:lstStyle/>
          <a:p>
            <a:fld id="{FAB2F72D-0145-4728-BBF6-AFA599DFD9D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0025"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5675" y="273050"/>
            <a:ext cx="6815138"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0"/>
            <a:ext cx="4010025"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00" y="6356350"/>
            <a:ext cx="2844800" cy="365125"/>
          </a:xfrm>
          <a:prstGeom prst="rect">
            <a:avLst/>
          </a:prstGeom>
        </p:spPr>
        <p:txBody>
          <a:bodyPr/>
          <a:lstStyle/>
          <a:p>
            <a:fld id="{36EC894D-09CB-4DE7-A121-44A8E704B94B}" type="datetimeFigureOut">
              <a:rPr lang="zh-CN" altLang="en-US" smtClean="0"/>
            </a:fld>
            <a:endParaRPr lang="zh-CN" altLang="en-US"/>
          </a:p>
        </p:txBody>
      </p:sp>
      <p:sp>
        <p:nvSpPr>
          <p:cNvPr id="6" name="页脚占位符 5"/>
          <p:cNvSpPr>
            <a:spLocks noGrp="1"/>
          </p:cNvSpPr>
          <p:nvPr>
            <p:ph type="ftr" sz="quarter" idx="11"/>
          </p:nvPr>
        </p:nvSpPr>
        <p:spPr>
          <a:xfrm>
            <a:off x="4165600" y="6356350"/>
            <a:ext cx="3859213"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736013" y="6356350"/>
            <a:ext cx="2844800" cy="365125"/>
          </a:xfrm>
          <a:prstGeom prst="rect">
            <a:avLst/>
          </a:prstGeom>
        </p:spPr>
        <p:txBody>
          <a:bodyPr/>
          <a:lstStyle/>
          <a:p>
            <a:fld id="{FAB2F72D-0145-4728-BBF6-AFA599DFD9D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188"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188"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00" y="6356350"/>
            <a:ext cx="2844800" cy="365125"/>
          </a:xfrm>
          <a:prstGeom prst="rect">
            <a:avLst/>
          </a:prstGeom>
        </p:spPr>
        <p:txBody>
          <a:bodyPr/>
          <a:lstStyle/>
          <a:p>
            <a:fld id="{36EC894D-09CB-4DE7-A121-44A8E704B94B}" type="datetimeFigureOut">
              <a:rPr lang="zh-CN" altLang="en-US" smtClean="0"/>
            </a:fld>
            <a:endParaRPr lang="zh-CN" altLang="en-US"/>
          </a:p>
        </p:txBody>
      </p:sp>
      <p:sp>
        <p:nvSpPr>
          <p:cNvPr id="6" name="页脚占位符 5"/>
          <p:cNvSpPr>
            <a:spLocks noGrp="1"/>
          </p:cNvSpPr>
          <p:nvPr>
            <p:ph type="ftr" sz="quarter" idx="11"/>
          </p:nvPr>
        </p:nvSpPr>
        <p:spPr>
          <a:xfrm>
            <a:off x="4165600" y="6356350"/>
            <a:ext cx="3859213"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736013" y="6356350"/>
            <a:ext cx="2844800" cy="365125"/>
          </a:xfrm>
          <a:prstGeom prst="rect">
            <a:avLst/>
          </a:prstGeom>
        </p:spPr>
        <p:txBody>
          <a:bodyPr/>
          <a:lstStyle/>
          <a:p>
            <a:fld id="{FAB2F72D-0145-4728-BBF6-AFA599DFD9D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showMasterSp="0">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1213"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0"/>
            <a:ext cx="10971213"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0"/>
            <a:ext cx="2844800" cy="365125"/>
          </a:xfrm>
          <a:prstGeom prst="rect">
            <a:avLst/>
          </a:prstGeom>
        </p:spPr>
        <p:txBody>
          <a:bodyPr/>
          <a:lstStyle/>
          <a:p>
            <a:fld id="{36EC894D-09CB-4DE7-A121-44A8E704B94B}" type="datetimeFigureOut">
              <a:rPr lang="zh-CN" altLang="en-US" smtClean="0"/>
            </a:fld>
            <a:endParaRPr lang="zh-CN" altLang="en-US"/>
          </a:p>
        </p:txBody>
      </p:sp>
      <p:sp>
        <p:nvSpPr>
          <p:cNvPr id="5" name="页脚占位符 4"/>
          <p:cNvSpPr>
            <a:spLocks noGrp="1"/>
          </p:cNvSpPr>
          <p:nvPr>
            <p:ph type="ftr" sz="quarter" idx="11"/>
          </p:nvPr>
        </p:nvSpPr>
        <p:spPr>
          <a:xfrm>
            <a:off x="4165600" y="6356350"/>
            <a:ext cx="3859213"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6013" y="6356350"/>
            <a:ext cx="2844800" cy="365125"/>
          </a:xfrm>
          <a:prstGeom prst="rect">
            <a:avLst/>
          </a:prstGeom>
        </p:spPr>
        <p:txBody>
          <a:bodyPr/>
          <a:lstStyle/>
          <a:p>
            <a:fld id="{FAB2F72D-0145-4728-BBF6-AFA599DFD9D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1613"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8"/>
            <a:ext cx="80772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0"/>
            <a:ext cx="2844800" cy="365125"/>
          </a:xfrm>
          <a:prstGeom prst="rect">
            <a:avLst/>
          </a:prstGeom>
        </p:spPr>
        <p:txBody>
          <a:bodyPr/>
          <a:lstStyle/>
          <a:p>
            <a:fld id="{36EC894D-09CB-4DE7-A121-44A8E704B94B}" type="datetimeFigureOut">
              <a:rPr lang="zh-CN" altLang="en-US" smtClean="0"/>
            </a:fld>
            <a:endParaRPr lang="zh-CN" altLang="en-US"/>
          </a:p>
        </p:txBody>
      </p:sp>
      <p:sp>
        <p:nvSpPr>
          <p:cNvPr id="5" name="页脚占位符 4"/>
          <p:cNvSpPr>
            <a:spLocks noGrp="1"/>
          </p:cNvSpPr>
          <p:nvPr>
            <p:ph type="ftr" sz="quarter" idx="11"/>
          </p:nvPr>
        </p:nvSpPr>
        <p:spPr>
          <a:xfrm>
            <a:off x="4165600" y="6356350"/>
            <a:ext cx="3859213"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6013" y="6356350"/>
            <a:ext cx="2844800" cy="365125"/>
          </a:xfrm>
          <a:prstGeom prst="rect">
            <a:avLst/>
          </a:prstGeom>
        </p:spPr>
        <p:txBody>
          <a:bodyPr/>
          <a:lstStyle/>
          <a:p>
            <a:fld id="{FAB2F72D-0145-4728-BBF6-AFA599DFD9D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7" name="矩形 6"/>
          <p:cNvSpPr/>
          <p:nvPr userDrawn="1"/>
        </p:nvSpPr>
        <p:spPr>
          <a:xfrm rot="10800000">
            <a:off x="-6898" y="-10666"/>
            <a:ext cx="12197310" cy="6868666"/>
          </a:xfrm>
          <a:prstGeom prst="rect">
            <a:avLst/>
          </a:prstGeom>
          <a:gradFill flip="none" rotWithShape="1">
            <a:gsLst>
              <a:gs pos="100000">
                <a:schemeClr val="bg1">
                  <a:lumMod val="75000"/>
                </a:schemeClr>
              </a:gs>
              <a:gs pos="48000">
                <a:schemeClr val="bg1">
                  <a:lumMod val="95000"/>
                </a:schemeClr>
              </a:gs>
              <a:gs pos="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rot="10800000">
            <a:off x="-6898" y="-10666"/>
            <a:ext cx="12197310" cy="6868666"/>
          </a:xfrm>
          <a:prstGeom prst="rect">
            <a:avLst/>
          </a:prstGeom>
          <a:gradFill flip="none" rotWithShape="1">
            <a:gsLst>
              <a:gs pos="100000">
                <a:schemeClr val="bg1">
                  <a:lumMod val="75000"/>
                </a:schemeClr>
              </a:gs>
              <a:gs pos="48000">
                <a:schemeClr val="bg1">
                  <a:lumMod val="95000"/>
                </a:schemeClr>
              </a:gs>
              <a:gs pos="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userDrawn="1"/>
        </p:nvSpPr>
        <p:spPr>
          <a:xfrm>
            <a:off x="11958117" y="5445224"/>
            <a:ext cx="246810" cy="72008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11958117" y="6165304"/>
            <a:ext cx="246810" cy="72008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userDrawn="1"/>
        </p:nvCxnSpPr>
        <p:spPr>
          <a:xfrm>
            <a:off x="349080" y="764704"/>
            <a:ext cx="11449272" cy="0"/>
          </a:xfrm>
          <a:prstGeom prst="line">
            <a:avLst/>
          </a:prstGeom>
          <a:ln w="28575">
            <a:solidFill>
              <a:schemeClr val="bg1">
                <a:lumMod val="75000"/>
              </a:schemeClr>
            </a:solidFill>
          </a:ln>
          <a:effectLst>
            <a:outerShdw dist="25400" dir="5400000" algn="t" rotWithShape="0">
              <a:schemeClr val="bg1"/>
            </a:outerShdw>
          </a:effectLst>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313570" y="168029"/>
            <a:ext cx="246810" cy="24681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560380" y="414839"/>
            <a:ext cx="246810" cy="246810"/>
          </a:xfrm>
          <a:prstGeom prst="rect">
            <a:avLst/>
          </a:prstGeom>
          <a:solidFill>
            <a:srgbClr val="00A1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7" Type="http://schemas.openxmlformats.org/officeDocument/2006/relationships/notesSlide" Target="../notesSlides/notesSlide2.xml"/><Relationship Id="rId26" Type="http://schemas.openxmlformats.org/officeDocument/2006/relationships/slideLayout" Target="../slideLayouts/slideLayout7.xml"/><Relationship Id="rId25" Type="http://schemas.openxmlformats.org/officeDocument/2006/relationships/image" Target="../media/image8.png"/><Relationship Id="rId24" Type="http://schemas.openxmlformats.org/officeDocument/2006/relationships/tags" Target="../tags/tag20.xml"/><Relationship Id="rId23" Type="http://schemas.openxmlformats.org/officeDocument/2006/relationships/tags" Target="../tags/tag19.xml"/><Relationship Id="rId22" Type="http://schemas.openxmlformats.org/officeDocument/2006/relationships/tags" Target="../tags/tag18.xml"/><Relationship Id="rId21" Type="http://schemas.openxmlformats.org/officeDocument/2006/relationships/tags" Target="../tags/tag17.xml"/><Relationship Id="rId20" Type="http://schemas.openxmlformats.org/officeDocument/2006/relationships/image" Target="../media/image7.svg"/><Relationship Id="rId2" Type="http://schemas.openxmlformats.org/officeDocument/2006/relationships/tags" Target="../tags/tag2.xml"/><Relationship Id="rId19" Type="http://schemas.openxmlformats.org/officeDocument/2006/relationships/image" Target="../media/image6.png"/><Relationship Id="rId18" Type="http://schemas.openxmlformats.org/officeDocument/2006/relationships/tags" Target="../tags/tag16.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image" Target="../media/image5.png"/><Relationship Id="rId12" Type="http://schemas.openxmlformats.org/officeDocument/2006/relationships/tags" Target="../tags/tag11.xml"/><Relationship Id="rId11" Type="http://schemas.openxmlformats.org/officeDocument/2006/relationships/image" Target="../media/image4.png"/><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chart" Target="../charts/chart1.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98" Type="http://schemas.openxmlformats.org/officeDocument/2006/relationships/slideLayout" Target="../slideLayouts/slideLayout7.xml"/><Relationship Id="rId97" Type="http://schemas.openxmlformats.org/officeDocument/2006/relationships/tags" Target="../tags/tag105.xml"/><Relationship Id="rId96" Type="http://schemas.openxmlformats.org/officeDocument/2006/relationships/tags" Target="../tags/tag104.xml"/><Relationship Id="rId95" Type="http://schemas.openxmlformats.org/officeDocument/2006/relationships/tags" Target="../tags/tag103.xml"/><Relationship Id="rId94" Type="http://schemas.openxmlformats.org/officeDocument/2006/relationships/tags" Target="../tags/tag102.xml"/><Relationship Id="rId93" Type="http://schemas.openxmlformats.org/officeDocument/2006/relationships/tags" Target="../tags/tag101.xml"/><Relationship Id="rId92" Type="http://schemas.openxmlformats.org/officeDocument/2006/relationships/tags" Target="../tags/tag100.xml"/><Relationship Id="rId91" Type="http://schemas.openxmlformats.org/officeDocument/2006/relationships/tags" Target="../tags/tag99.xml"/><Relationship Id="rId90" Type="http://schemas.openxmlformats.org/officeDocument/2006/relationships/tags" Target="../tags/tag98.xml"/><Relationship Id="rId9" Type="http://schemas.openxmlformats.org/officeDocument/2006/relationships/tags" Target="../tags/tag29.xml"/><Relationship Id="rId89" Type="http://schemas.openxmlformats.org/officeDocument/2006/relationships/tags" Target="../tags/tag97.xml"/><Relationship Id="rId88" Type="http://schemas.openxmlformats.org/officeDocument/2006/relationships/tags" Target="../tags/tag96.xml"/><Relationship Id="rId87" Type="http://schemas.openxmlformats.org/officeDocument/2006/relationships/tags" Target="../tags/tag95.xml"/><Relationship Id="rId86" Type="http://schemas.openxmlformats.org/officeDocument/2006/relationships/tags" Target="../tags/tag94.xml"/><Relationship Id="rId85" Type="http://schemas.openxmlformats.org/officeDocument/2006/relationships/tags" Target="../tags/tag93.xml"/><Relationship Id="rId84" Type="http://schemas.openxmlformats.org/officeDocument/2006/relationships/tags" Target="../tags/tag92.xml"/><Relationship Id="rId83" Type="http://schemas.openxmlformats.org/officeDocument/2006/relationships/tags" Target="../tags/tag91.xml"/><Relationship Id="rId82" Type="http://schemas.openxmlformats.org/officeDocument/2006/relationships/tags" Target="../tags/tag90.xml"/><Relationship Id="rId81" Type="http://schemas.openxmlformats.org/officeDocument/2006/relationships/tags" Target="../tags/tag89.xml"/><Relationship Id="rId80" Type="http://schemas.openxmlformats.org/officeDocument/2006/relationships/tags" Target="../tags/tag88.xml"/><Relationship Id="rId8" Type="http://schemas.openxmlformats.org/officeDocument/2006/relationships/tags" Target="../tags/tag28.xml"/><Relationship Id="rId79" Type="http://schemas.openxmlformats.org/officeDocument/2006/relationships/tags" Target="../tags/tag87.xml"/><Relationship Id="rId78" Type="http://schemas.openxmlformats.org/officeDocument/2006/relationships/tags" Target="../tags/tag86.xml"/><Relationship Id="rId77" Type="http://schemas.openxmlformats.org/officeDocument/2006/relationships/tags" Target="../tags/tag85.xml"/><Relationship Id="rId76" Type="http://schemas.openxmlformats.org/officeDocument/2006/relationships/tags" Target="../tags/tag84.xml"/><Relationship Id="rId75" Type="http://schemas.openxmlformats.org/officeDocument/2006/relationships/tags" Target="../tags/tag83.xml"/><Relationship Id="rId74" Type="http://schemas.openxmlformats.org/officeDocument/2006/relationships/tags" Target="../tags/tag82.xml"/><Relationship Id="rId73" Type="http://schemas.openxmlformats.org/officeDocument/2006/relationships/tags" Target="../tags/tag81.xml"/><Relationship Id="rId72" Type="http://schemas.openxmlformats.org/officeDocument/2006/relationships/tags" Target="../tags/tag80.xml"/><Relationship Id="rId71" Type="http://schemas.openxmlformats.org/officeDocument/2006/relationships/tags" Target="../tags/tag79.xml"/><Relationship Id="rId70" Type="http://schemas.openxmlformats.org/officeDocument/2006/relationships/tags" Target="../tags/tag78.xml"/><Relationship Id="rId7" Type="http://schemas.openxmlformats.org/officeDocument/2006/relationships/tags" Target="../tags/tag27.xml"/><Relationship Id="rId69" Type="http://schemas.openxmlformats.org/officeDocument/2006/relationships/tags" Target="../tags/tag77.xml"/><Relationship Id="rId68" Type="http://schemas.openxmlformats.org/officeDocument/2006/relationships/tags" Target="../tags/tag76.xml"/><Relationship Id="rId67" Type="http://schemas.openxmlformats.org/officeDocument/2006/relationships/tags" Target="../tags/tag75.xml"/><Relationship Id="rId66" Type="http://schemas.openxmlformats.org/officeDocument/2006/relationships/tags" Target="../tags/tag74.xml"/><Relationship Id="rId65" Type="http://schemas.openxmlformats.org/officeDocument/2006/relationships/tags" Target="../tags/tag73.xml"/><Relationship Id="rId64" Type="http://schemas.openxmlformats.org/officeDocument/2006/relationships/tags" Target="../tags/tag72.xml"/><Relationship Id="rId63" Type="http://schemas.openxmlformats.org/officeDocument/2006/relationships/tags" Target="../tags/tag71.xml"/><Relationship Id="rId62" Type="http://schemas.openxmlformats.org/officeDocument/2006/relationships/tags" Target="../tags/tag70.xml"/><Relationship Id="rId61" Type="http://schemas.openxmlformats.org/officeDocument/2006/relationships/tags" Target="../tags/tag69.xml"/><Relationship Id="rId60" Type="http://schemas.openxmlformats.org/officeDocument/2006/relationships/tags" Target="../tags/tag68.xml"/><Relationship Id="rId6" Type="http://schemas.openxmlformats.org/officeDocument/2006/relationships/tags" Target="../tags/tag26.xml"/><Relationship Id="rId59" Type="http://schemas.openxmlformats.org/officeDocument/2006/relationships/tags" Target="../tags/tag67.xml"/><Relationship Id="rId58" Type="http://schemas.openxmlformats.org/officeDocument/2006/relationships/tags" Target="../tags/tag66.xml"/><Relationship Id="rId57" Type="http://schemas.openxmlformats.org/officeDocument/2006/relationships/tags" Target="../tags/tag65.xml"/><Relationship Id="rId56" Type="http://schemas.openxmlformats.org/officeDocument/2006/relationships/tags" Target="../tags/tag64.xml"/><Relationship Id="rId55" Type="http://schemas.openxmlformats.org/officeDocument/2006/relationships/tags" Target="../tags/tag63.xml"/><Relationship Id="rId54" Type="http://schemas.openxmlformats.org/officeDocument/2006/relationships/tags" Target="../tags/tag62.xml"/><Relationship Id="rId53" Type="http://schemas.openxmlformats.org/officeDocument/2006/relationships/tags" Target="../tags/tag61.xml"/><Relationship Id="rId52" Type="http://schemas.openxmlformats.org/officeDocument/2006/relationships/tags" Target="../tags/tag60.xml"/><Relationship Id="rId51" Type="http://schemas.openxmlformats.org/officeDocument/2006/relationships/tags" Target="../tags/tag59.xml"/><Relationship Id="rId50" Type="http://schemas.openxmlformats.org/officeDocument/2006/relationships/tags" Target="../tags/tag58.xml"/><Relationship Id="rId5" Type="http://schemas.openxmlformats.org/officeDocument/2006/relationships/tags" Target="../tags/tag25.xml"/><Relationship Id="rId49" Type="http://schemas.openxmlformats.org/officeDocument/2006/relationships/tags" Target="../tags/tag57.xml"/><Relationship Id="rId48" Type="http://schemas.openxmlformats.org/officeDocument/2006/relationships/tags" Target="../tags/tag56.xml"/><Relationship Id="rId47" Type="http://schemas.openxmlformats.org/officeDocument/2006/relationships/tags" Target="../tags/tag55.xml"/><Relationship Id="rId46" Type="http://schemas.openxmlformats.org/officeDocument/2006/relationships/tags" Target="../tags/tag54.xml"/><Relationship Id="rId45" Type="http://schemas.openxmlformats.org/officeDocument/2006/relationships/tags" Target="../tags/tag53.xml"/><Relationship Id="rId44" Type="http://schemas.openxmlformats.org/officeDocument/2006/relationships/tags" Target="../tags/tag52.xml"/><Relationship Id="rId43" Type="http://schemas.openxmlformats.org/officeDocument/2006/relationships/tags" Target="../tags/tag51.xml"/><Relationship Id="rId42" Type="http://schemas.openxmlformats.org/officeDocument/2006/relationships/tags" Target="../tags/tag50.xml"/><Relationship Id="rId41" Type="http://schemas.openxmlformats.org/officeDocument/2006/relationships/tags" Target="../tags/tag49.xml"/><Relationship Id="rId40" Type="http://schemas.openxmlformats.org/officeDocument/2006/relationships/tags" Target="../tags/tag48.xml"/><Relationship Id="rId4" Type="http://schemas.openxmlformats.org/officeDocument/2006/relationships/tags" Target="../tags/tag24.xml"/><Relationship Id="rId39" Type="http://schemas.openxmlformats.org/officeDocument/2006/relationships/tags" Target="../tags/tag47.xml"/><Relationship Id="rId38" Type="http://schemas.openxmlformats.org/officeDocument/2006/relationships/tags" Target="../tags/tag46.xml"/><Relationship Id="rId37" Type="http://schemas.openxmlformats.org/officeDocument/2006/relationships/tags" Target="../tags/tag45.xml"/><Relationship Id="rId36" Type="http://schemas.openxmlformats.org/officeDocument/2006/relationships/tags" Target="../tags/tag44.xml"/><Relationship Id="rId35" Type="http://schemas.openxmlformats.org/officeDocument/2006/relationships/tags" Target="../tags/tag43.xml"/><Relationship Id="rId34" Type="http://schemas.openxmlformats.org/officeDocument/2006/relationships/tags" Target="../tags/tag42.xml"/><Relationship Id="rId33" Type="http://schemas.openxmlformats.org/officeDocument/2006/relationships/image" Target="../media/image25.svg"/><Relationship Id="rId32" Type="http://schemas.openxmlformats.org/officeDocument/2006/relationships/image" Target="../media/image24.png"/><Relationship Id="rId31" Type="http://schemas.openxmlformats.org/officeDocument/2006/relationships/tags" Target="../tags/tag41.xml"/><Relationship Id="rId30" Type="http://schemas.openxmlformats.org/officeDocument/2006/relationships/image" Target="../media/image23.svg"/><Relationship Id="rId3" Type="http://schemas.openxmlformats.org/officeDocument/2006/relationships/tags" Target="../tags/tag23.xml"/><Relationship Id="rId29" Type="http://schemas.openxmlformats.org/officeDocument/2006/relationships/image" Target="../media/image22.png"/><Relationship Id="rId28" Type="http://schemas.openxmlformats.org/officeDocument/2006/relationships/tags" Target="../tags/tag40.xml"/><Relationship Id="rId27" Type="http://schemas.openxmlformats.org/officeDocument/2006/relationships/image" Target="../media/image21.svg"/><Relationship Id="rId26" Type="http://schemas.openxmlformats.org/officeDocument/2006/relationships/image" Target="../media/image20.png"/><Relationship Id="rId25" Type="http://schemas.openxmlformats.org/officeDocument/2006/relationships/tags" Target="../tags/tag39.xml"/><Relationship Id="rId24" Type="http://schemas.openxmlformats.org/officeDocument/2006/relationships/image" Target="../media/image19.svg"/><Relationship Id="rId23" Type="http://schemas.openxmlformats.org/officeDocument/2006/relationships/image" Target="../media/image18.png"/><Relationship Id="rId22" Type="http://schemas.openxmlformats.org/officeDocument/2006/relationships/tags" Target="../tags/tag38.xml"/><Relationship Id="rId21" Type="http://schemas.openxmlformats.org/officeDocument/2006/relationships/image" Target="../media/image17.svg"/><Relationship Id="rId20" Type="http://schemas.openxmlformats.org/officeDocument/2006/relationships/image" Target="../media/image16.png"/><Relationship Id="rId2" Type="http://schemas.openxmlformats.org/officeDocument/2006/relationships/tags" Target="../tags/tag22.xml"/><Relationship Id="rId19" Type="http://schemas.openxmlformats.org/officeDocument/2006/relationships/tags" Target="../tags/tag37.xml"/><Relationship Id="rId18" Type="http://schemas.openxmlformats.org/officeDocument/2006/relationships/image" Target="../media/image15.svg"/><Relationship Id="rId17" Type="http://schemas.openxmlformats.org/officeDocument/2006/relationships/image" Target="../media/image14.png"/><Relationship Id="rId16" Type="http://schemas.openxmlformats.org/officeDocument/2006/relationships/tags" Target="../tags/tag3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tags" Target="../tags/tag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文本框 3"/>
          <p:cNvSpPr txBox="1"/>
          <p:nvPr/>
        </p:nvSpPr>
        <p:spPr>
          <a:xfrm>
            <a:off x="815340" y="688975"/>
            <a:ext cx="10747375" cy="1675765"/>
          </a:xfrm>
          <a:prstGeom prst="rect">
            <a:avLst/>
          </a:prstGeom>
          <a:noFill/>
          <a:effectLst/>
        </p:spPr>
        <p:txBody>
          <a:bodyPr wrap="square" rtlCol="0">
            <a:noAutofit/>
          </a:bodyPr>
          <a:lstStyle/>
          <a:p>
            <a:pPr algn="ctr"/>
            <a:endParaRPr lang="zh-CN" altLang="en-US" sz="6600" b="1" dirty="0">
              <a:solidFill>
                <a:srgbClr val="0070C0"/>
              </a:solidFill>
              <a:latin typeface="微软雅黑" panose="020B0503020204020204" pitchFamily="34" charset="-122"/>
              <a:ea typeface="微软雅黑" panose="020B0503020204020204" pitchFamily="34" charset="-122"/>
            </a:endParaRPr>
          </a:p>
          <a:p>
            <a:pPr algn="ctr"/>
            <a:r>
              <a:rPr lang="zh-CN" altLang="en-US" sz="6600" b="1" dirty="0">
                <a:solidFill>
                  <a:srgbClr val="0070C0"/>
                </a:solidFill>
                <a:latin typeface="微软雅黑" panose="020B0503020204020204" pitchFamily="34" charset="-122"/>
                <a:ea typeface="微软雅黑" panose="020B0503020204020204" pitchFamily="34" charset="-122"/>
              </a:rPr>
              <a:t>全国大学生软件测试大赛</a:t>
            </a:r>
            <a:endParaRPr lang="zh-CN" altLang="en-US" sz="6600" b="1" dirty="0">
              <a:solidFill>
                <a:srgbClr val="0070C0"/>
              </a:solidFill>
              <a:latin typeface="微软雅黑" panose="020B0503020204020204" pitchFamily="34" charset="-122"/>
              <a:ea typeface="微软雅黑" panose="020B0503020204020204" pitchFamily="34" charset="-122"/>
            </a:endParaRPr>
          </a:p>
        </p:txBody>
      </p:sp>
      <p:pic>
        <p:nvPicPr>
          <p:cNvPr id="4" name="图片 3" descr="慕测科技_03"/>
          <p:cNvPicPr>
            <a:picLocks noChangeAspect="1"/>
          </p:cNvPicPr>
          <p:nvPr/>
        </p:nvPicPr>
        <p:blipFill>
          <a:blip r:embed="rId1"/>
          <a:stretch>
            <a:fillRect/>
          </a:stretch>
        </p:blipFill>
        <p:spPr>
          <a:xfrm>
            <a:off x="1343025" y="3357245"/>
            <a:ext cx="5096510" cy="946150"/>
          </a:xfrm>
          <a:prstGeom prst="rect">
            <a:avLst/>
          </a:prstGeom>
        </p:spPr>
      </p:pic>
      <p:pic>
        <p:nvPicPr>
          <p:cNvPr id="3" name="图片 2" descr="cst"/>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261620" y="116205"/>
            <a:ext cx="1698625" cy="1290320"/>
          </a:xfrm>
          <a:prstGeom prst="rect">
            <a:avLst/>
          </a:prstGeom>
        </p:spPr>
      </p:pic>
      <p:cxnSp>
        <p:nvCxnSpPr>
          <p:cNvPr id="5" name="直接连接符 4"/>
          <p:cNvCxnSpPr/>
          <p:nvPr/>
        </p:nvCxnSpPr>
        <p:spPr>
          <a:xfrm>
            <a:off x="1343660" y="2781300"/>
            <a:ext cx="9721215" cy="0"/>
          </a:xfrm>
          <a:prstGeom prst="line">
            <a:avLst/>
          </a:prstGeom>
        </p:spPr>
        <p:style>
          <a:lnRef idx="3">
            <a:schemeClr val="accent1"/>
          </a:lnRef>
          <a:fillRef idx="0">
            <a:srgbClr val="FFFFFF"/>
          </a:fillRef>
          <a:effectRef idx="0">
            <a:srgbClr val="FFFFFF"/>
          </a:effectRef>
          <a:fontRef idx="minor">
            <a:schemeClr val="tx1"/>
          </a:fontRef>
        </p:style>
      </p:cxnSp>
      <p:sp>
        <p:nvSpPr>
          <p:cNvPr id="7" name="文本框 6"/>
          <p:cNvSpPr txBox="1"/>
          <p:nvPr/>
        </p:nvSpPr>
        <p:spPr>
          <a:xfrm>
            <a:off x="6312535" y="3285490"/>
            <a:ext cx="6096000" cy="769620"/>
          </a:xfrm>
          <a:prstGeom prst="rect">
            <a:avLst/>
          </a:prstGeom>
          <a:noFill/>
        </p:spPr>
        <p:txBody>
          <a:bodyPr wrap="square" rtlCol="0" anchor="t">
            <a:noAutofit/>
          </a:bodyPr>
          <a:p>
            <a:pPr algn="l">
              <a:lnSpc>
                <a:spcPct val="150000"/>
              </a:lnSpc>
              <a:buClrTx/>
              <a:buSzTx/>
              <a:buFontTx/>
            </a:pPr>
            <a:r>
              <a:rPr lang="en-US" altLang="zh-CN"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组委会联系人：陈然</a:t>
            </a:r>
            <a:endParaRPr lang="en-US" altLang="zh-CN"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en-US" altLang="zh-CN"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大赛组委会邮箱：chenran@mooctest.com</a:t>
            </a:r>
            <a:endParaRPr lang="en-US" altLang="zh-CN"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10"/>
          <p:cNvSpPr txBox="1"/>
          <p:nvPr/>
        </p:nvSpPr>
        <p:spPr>
          <a:xfrm>
            <a:off x="5175048" y="5516825"/>
            <a:ext cx="1732280" cy="645160"/>
          </a:xfrm>
          <a:prstGeom prst="rect">
            <a:avLst/>
          </a:prstGeom>
          <a:noFill/>
        </p:spPr>
        <p:txBody>
          <a:bodyPr wrap="none" rtlCol="0">
            <a:spAutoFit/>
          </a:bodyPr>
          <a:p>
            <a:pPr algn="ctr">
              <a:lnSpc>
                <a:spcPct val="150000"/>
              </a:lnSpc>
            </a:pPr>
            <a:r>
              <a:rPr 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2024</a:t>
            </a: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月</a:t>
            </a:r>
            <a:endPar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4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9" name="Freeform 5"/>
          <p:cNvSpPr/>
          <p:nvPr>
            <p:custDataLst>
              <p:tags r:id="rId1"/>
            </p:custDataLst>
          </p:nvPr>
        </p:nvSpPr>
        <p:spPr bwMode="auto">
          <a:xfrm>
            <a:off x="1409065" y="981075"/>
            <a:ext cx="753745" cy="68897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p:spPr>
        <p:txBody>
          <a:bodyPr vert="horz" wrap="square" lIns="91440" tIns="45720" rIns="91440" bIns="45720" numCol="1" anchor="t" anchorCtr="0" compatLnSpc="1"/>
          <a:lstStyle/>
          <a:p>
            <a:endParaRPr lang="zh-CN" altLang="en-US" sz="1600" dirty="0">
              <a:ea typeface="微软雅黑" panose="020B0503020204020204" pitchFamily="34" charset="-122"/>
            </a:endParaRPr>
          </a:p>
        </p:txBody>
      </p:sp>
      <p:sp>
        <p:nvSpPr>
          <p:cNvPr id="132" name="Freeform 5"/>
          <p:cNvSpPr/>
          <p:nvPr>
            <p:custDataLst>
              <p:tags r:id="rId2"/>
            </p:custDataLst>
          </p:nvPr>
        </p:nvSpPr>
        <p:spPr bwMode="auto">
          <a:xfrm>
            <a:off x="1409700" y="2214880"/>
            <a:ext cx="753745" cy="68897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p:spPr>
        <p:txBody>
          <a:bodyPr vert="horz" wrap="square" lIns="91440" tIns="45720" rIns="91440" bIns="45720" numCol="1" anchor="t" anchorCtr="0" compatLnSpc="1"/>
          <a:lstStyle/>
          <a:p>
            <a:endParaRPr lang="zh-CN" altLang="en-US" sz="1600" dirty="0">
              <a:ea typeface="微软雅黑" panose="020B0503020204020204" pitchFamily="34" charset="-122"/>
            </a:endParaRPr>
          </a:p>
        </p:txBody>
      </p:sp>
      <p:sp>
        <p:nvSpPr>
          <p:cNvPr id="39" name="矩形 38"/>
          <p:cNvSpPr/>
          <p:nvPr>
            <p:custDataLst>
              <p:tags r:id="rId3"/>
            </p:custDataLst>
          </p:nvPr>
        </p:nvSpPr>
        <p:spPr>
          <a:xfrm>
            <a:off x="8618855" y="943610"/>
            <a:ext cx="1370330" cy="1355725"/>
          </a:xfrm>
          <a:prstGeom prst="rect">
            <a:avLst/>
          </a:prstGeom>
          <a:solidFill>
            <a:schemeClr val="accent1"/>
          </a:solidFill>
          <a:ln w="12700" cap="flat" cmpd="sng" algn="ctr">
            <a:noFill/>
            <a:prstDash val="solid"/>
            <a:miter lim="800000"/>
          </a:ln>
          <a:effectLst/>
        </p:spPr>
        <p:txBody>
          <a:bodyPr anchor="ctr"/>
          <a:lstStyle/>
          <a:p>
            <a:pPr algn="ctr" eaLnBrk="1" fontAlgn="auto" hangingPunct="1">
              <a:spcBef>
                <a:spcPts val="0"/>
              </a:spcBef>
              <a:spcAft>
                <a:spcPts val="0"/>
              </a:spcAft>
              <a:defRPr/>
            </a:pPr>
            <a:r>
              <a:rPr lang="zh-CN" altLang="en-US" sz="5400" kern="0" dirty="0">
                <a:solidFill>
                  <a:prstClr val="white"/>
                </a:solidFill>
                <a:latin typeface="微软雅黑" panose="020B0503020204020204" pitchFamily="34" charset="-122"/>
                <a:ea typeface="微软雅黑" panose="020B0503020204020204" pitchFamily="34" charset="-122"/>
              </a:rPr>
              <a:t>目</a:t>
            </a:r>
            <a:endParaRPr lang="zh-CN" altLang="en-US" sz="5400" kern="0" dirty="0">
              <a:solidFill>
                <a:prstClr val="white"/>
              </a:solidFill>
              <a:latin typeface="微软雅黑" panose="020B0503020204020204" pitchFamily="34" charset="-122"/>
              <a:ea typeface="微软雅黑" panose="020B0503020204020204" pitchFamily="34" charset="-122"/>
            </a:endParaRPr>
          </a:p>
        </p:txBody>
      </p:sp>
      <p:sp>
        <p:nvSpPr>
          <p:cNvPr id="41" name="文本框 35"/>
          <p:cNvSpPr txBox="1"/>
          <p:nvPr>
            <p:custDataLst>
              <p:tags r:id="rId4"/>
            </p:custDataLst>
          </p:nvPr>
        </p:nvSpPr>
        <p:spPr>
          <a:xfrm>
            <a:off x="7756093" y="1825000"/>
            <a:ext cx="738187" cy="2576512"/>
          </a:xfrm>
          <a:prstGeom prst="rect">
            <a:avLst/>
          </a:prstGeom>
          <a:noFill/>
        </p:spPr>
        <p:txBody>
          <a:bodyPr vert="eaVert" wrap="none">
            <a:spAutoFit/>
          </a:bodyPr>
          <a:lstStyle/>
          <a:p>
            <a:pPr eaLnBrk="1" fontAlgn="auto" hangingPunct="1">
              <a:spcBef>
                <a:spcPts val="0"/>
              </a:spcBef>
              <a:spcAft>
                <a:spcPts val="0"/>
              </a:spcAft>
              <a:defRPr/>
            </a:pPr>
            <a:r>
              <a:rPr lang="en-US" altLang="zh-CN" sz="3600" kern="0" dirty="0">
                <a:solidFill>
                  <a:srgbClr val="D1D1D1"/>
                </a:solidFill>
                <a:latin typeface="微软雅黑" panose="020B0503020204020204" pitchFamily="34" charset="-122"/>
                <a:ea typeface="微软雅黑" panose="020B0503020204020204" pitchFamily="34" charset="-122"/>
              </a:rPr>
              <a:t>CONTENTS</a:t>
            </a:r>
            <a:endParaRPr lang="zh-CN" altLang="en-US" sz="3600" kern="0" dirty="0">
              <a:solidFill>
                <a:srgbClr val="D1D1D1"/>
              </a:solidFill>
              <a:latin typeface="微软雅黑" panose="020B0503020204020204" pitchFamily="34" charset="-122"/>
              <a:ea typeface="微软雅黑" panose="020B0503020204020204" pitchFamily="34" charset="-122"/>
            </a:endParaRPr>
          </a:p>
        </p:txBody>
      </p:sp>
      <p:sp>
        <p:nvSpPr>
          <p:cNvPr id="43" name="文本框 37"/>
          <p:cNvSpPr txBox="1"/>
          <p:nvPr>
            <p:custDataLst>
              <p:tags r:id="rId5"/>
            </p:custDataLst>
          </p:nvPr>
        </p:nvSpPr>
        <p:spPr>
          <a:xfrm>
            <a:off x="2162810" y="1124585"/>
            <a:ext cx="3810000" cy="431165"/>
          </a:xfrm>
          <a:custGeom>
            <a:avLst/>
            <a:gdLst>
              <a:gd name="connsiteX0" fmla="*/ 0 w 2773194"/>
              <a:gd name="connsiteY0" fmla="*/ 0 h 253350"/>
              <a:gd name="connsiteX1" fmla="*/ 2508325 w 2773194"/>
              <a:gd name="connsiteY1" fmla="*/ 0 h 253350"/>
              <a:gd name="connsiteX2" fmla="*/ 2773194 w 2773194"/>
              <a:gd name="connsiteY2" fmla="*/ 253350 h 253350"/>
              <a:gd name="connsiteX3" fmla="*/ 0 w 2773194"/>
              <a:gd name="connsiteY3" fmla="*/ 253350 h 253350"/>
            </a:gdLst>
            <a:ahLst/>
            <a:cxnLst>
              <a:cxn ang="0">
                <a:pos x="connsiteX0" y="connsiteY0"/>
              </a:cxn>
              <a:cxn ang="0">
                <a:pos x="connsiteX1" y="connsiteY1"/>
              </a:cxn>
              <a:cxn ang="0">
                <a:pos x="connsiteX2" y="connsiteY2"/>
              </a:cxn>
              <a:cxn ang="0">
                <a:pos x="connsiteX3" y="connsiteY3"/>
              </a:cxn>
            </a:cxnLst>
            <a:rect l="l" t="t" r="r" b="b"/>
            <a:pathLst>
              <a:path w="2773194" h="253350">
                <a:moveTo>
                  <a:pt x="0" y="0"/>
                </a:moveTo>
                <a:lnTo>
                  <a:pt x="2508325" y="0"/>
                </a:lnTo>
                <a:lnTo>
                  <a:pt x="2773194" y="253350"/>
                </a:lnTo>
                <a:lnTo>
                  <a:pt x="0" y="253350"/>
                </a:lnTo>
                <a:close/>
              </a:path>
            </a:pathLst>
          </a:custGeom>
          <a:solidFill>
            <a:srgbClr val="0070C0"/>
          </a:solidFill>
          <a:ln>
            <a:noFill/>
          </a:ln>
        </p:spPr>
        <p:txBody>
          <a:bodyPr lIns="0" tIns="0" bIns="0" anchor="ctr">
            <a:normAutofit/>
          </a:bodyPr>
          <a:lstStyle/>
          <a:p>
            <a:pPr eaLnBrk="1" fontAlgn="auto" hangingPunct="1">
              <a:spcBef>
                <a:spcPts val="0"/>
              </a:spcBef>
              <a:spcAft>
                <a:spcPts val="0"/>
              </a:spcAft>
              <a:defRPr/>
            </a:pPr>
            <a:r>
              <a:rPr lang="en-US" altLang="zh-CN" sz="1600" b="0" kern="0" dirty="0">
                <a:solidFill>
                  <a:srgbClr val="FFFFFF"/>
                </a:solidFill>
                <a:latin typeface="+mn-lt"/>
                <a:ea typeface="+mn-ea"/>
                <a:cs typeface="Times New Roman" panose="02020603050405020304" pitchFamily="18" charset="0"/>
              </a:rPr>
              <a:t>   </a:t>
            </a:r>
            <a:r>
              <a:rPr lang="en-US" altLang="zh-CN" b="0" kern="0" dirty="0">
                <a:solidFill>
                  <a:srgbClr val="FFFFFF"/>
                </a:solidFill>
                <a:latin typeface="+mn-lt"/>
                <a:ea typeface="+mn-ea"/>
                <a:cs typeface="Times New Roman" panose="02020603050405020304" pitchFamily="18" charset="0"/>
              </a:rPr>
              <a:t> </a:t>
            </a:r>
            <a:r>
              <a:rPr lang="en-US" altLang="zh-CN" b="0" kern="0" dirty="0">
                <a:solidFill>
                  <a:srgbClr val="FFFFFF"/>
                </a:solidFill>
                <a:latin typeface="黑体" panose="02010609060101010101" charset="-122"/>
                <a:ea typeface="黑体" panose="02010609060101010101" charset="-122"/>
                <a:cs typeface="黑体" panose="02010609060101010101" charset="-122"/>
              </a:rPr>
              <a:t> </a:t>
            </a:r>
            <a:r>
              <a:rPr lang="en-US" altLang="zh-CN" b="1" kern="0" dirty="0">
                <a:solidFill>
                  <a:srgbClr val="FFFFFF"/>
                </a:solidFill>
                <a:latin typeface="黑体" panose="02010609060101010101" charset="-122"/>
                <a:ea typeface="黑体" panose="02010609060101010101" charset="-122"/>
                <a:cs typeface="黑体" panose="02010609060101010101" charset="-122"/>
              </a:rPr>
              <a:t> </a:t>
            </a:r>
            <a:r>
              <a:rPr lang="zh-CN" altLang="en-US" b="1" kern="0" dirty="0">
                <a:solidFill>
                  <a:srgbClr val="FFFFFF"/>
                </a:solidFill>
                <a:latin typeface="黑体" panose="02010609060101010101" charset="-122"/>
                <a:ea typeface="黑体" panose="02010609060101010101" charset="-122"/>
                <a:cs typeface="黑体" panose="02010609060101010101" charset="-122"/>
              </a:rPr>
              <a:t>一</a:t>
            </a:r>
            <a:r>
              <a:rPr lang="zh-CN" altLang="en-US"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、大赛介绍</a:t>
            </a:r>
            <a:endParaRPr lang="zh-CN" altLang="en-US"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44" name="直接连接符 38"/>
          <p:cNvCxnSpPr>
            <a:cxnSpLocks noChangeShapeType="1"/>
          </p:cNvCxnSpPr>
          <p:nvPr>
            <p:custDataLst>
              <p:tags r:id="rId6"/>
            </p:custDataLst>
          </p:nvPr>
        </p:nvCxnSpPr>
        <p:spPr bwMode="auto">
          <a:xfrm>
            <a:off x="5948045" y="1548130"/>
            <a:ext cx="1678305" cy="0"/>
          </a:xfrm>
          <a:prstGeom prst="line">
            <a:avLst/>
          </a:prstGeom>
          <a:noFill/>
          <a:ln w="6350" algn="ctr">
            <a:solidFill>
              <a:schemeClr val="accent1"/>
            </a:solidFill>
            <a:miter lim="800000"/>
          </a:ln>
          <a:extLst>
            <a:ext uri="{909E8E84-426E-40DD-AFC4-6F175D3DCCD1}">
              <a14:hiddenFill xmlns:a14="http://schemas.microsoft.com/office/drawing/2010/main">
                <a:noFill/>
              </a14:hiddenFill>
            </a:ext>
          </a:extLst>
        </p:spPr>
      </p:cxnSp>
      <p:sp>
        <p:nvSpPr>
          <p:cNvPr id="47" name="文本框 41"/>
          <p:cNvSpPr txBox="1"/>
          <p:nvPr>
            <p:custDataLst>
              <p:tags r:id="rId7"/>
            </p:custDataLst>
          </p:nvPr>
        </p:nvSpPr>
        <p:spPr>
          <a:xfrm>
            <a:off x="2162810" y="2365375"/>
            <a:ext cx="3810000" cy="431165"/>
          </a:xfrm>
          <a:custGeom>
            <a:avLst/>
            <a:gdLst>
              <a:gd name="connsiteX0" fmla="*/ 0 w 2773194"/>
              <a:gd name="connsiteY0" fmla="*/ 0 h 253350"/>
              <a:gd name="connsiteX1" fmla="*/ 2508325 w 2773194"/>
              <a:gd name="connsiteY1" fmla="*/ 0 h 253350"/>
              <a:gd name="connsiteX2" fmla="*/ 2773194 w 2773194"/>
              <a:gd name="connsiteY2" fmla="*/ 253350 h 253350"/>
              <a:gd name="connsiteX3" fmla="*/ 0 w 2773194"/>
              <a:gd name="connsiteY3" fmla="*/ 253350 h 253350"/>
            </a:gdLst>
            <a:ahLst/>
            <a:cxnLst>
              <a:cxn ang="0">
                <a:pos x="connsiteX0" y="connsiteY0"/>
              </a:cxn>
              <a:cxn ang="0">
                <a:pos x="connsiteX1" y="connsiteY1"/>
              </a:cxn>
              <a:cxn ang="0">
                <a:pos x="connsiteX2" y="connsiteY2"/>
              </a:cxn>
              <a:cxn ang="0">
                <a:pos x="connsiteX3" y="connsiteY3"/>
              </a:cxn>
            </a:cxnLst>
            <a:rect l="l" t="t" r="r" b="b"/>
            <a:pathLst>
              <a:path w="2773194" h="253350">
                <a:moveTo>
                  <a:pt x="0" y="0"/>
                </a:moveTo>
                <a:lnTo>
                  <a:pt x="2508325" y="0"/>
                </a:lnTo>
                <a:lnTo>
                  <a:pt x="2773194" y="253350"/>
                </a:lnTo>
                <a:lnTo>
                  <a:pt x="0" y="253350"/>
                </a:lnTo>
                <a:close/>
              </a:path>
            </a:pathLst>
          </a:custGeom>
          <a:solidFill>
            <a:srgbClr val="0070C0"/>
          </a:solidFill>
          <a:ln>
            <a:solidFill>
              <a:schemeClr val="accent1"/>
            </a:solidFill>
          </a:ln>
        </p:spPr>
        <p:txBody>
          <a:bodyPr lIns="0" tIns="0" bIns="0" anchor="ctr">
            <a:normAutofit/>
          </a:bodyPr>
          <a:lstStyle/>
          <a:p>
            <a:pPr eaLnBrk="1" fontAlgn="auto" hangingPunct="1">
              <a:spcBef>
                <a:spcPts val="0"/>
              </a:spcBef>
              <a:spcAft>
                <a:spcPts val="0"/>
              </a:spcAft>
              <a:defRPr/>
            </a:pPr>
            <a:r>
              <a:rPr lang="en-US" altLang="zh-CN" sz="1600" b="0" kern="0" dirty="0">
                <a:solidFill>
                  <a:srgbClr val="FFFFFF"/>
                </a:solidFill>
                <a:latin typeface="+mn-lt"/>
                <a:ea typeface="+mn-ea"/>
                <a:cs typeface="Times New Roman" panose="02020603050405020304" pitchFamily="18" charset="0"/>
              </a:rPr>
              <a:t>     </a:t>
            </a:r>
            <a:r>
              <a:rPr lang="en-US" altLang="zh-CN" sz="16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二、赛制流程</a:t>
            </a:r>
            <a:endParaRPr lang="zh-CN" altLang="en-US"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48" name="直接连接符 42"/>
          <p:cNvCxnSpPr>
            <a:cxnSpLocks noChangeShapeType="1"/>
            <a:stCxn id="47" idx="2"/>
          </p:cNvCxnSpPr>
          <p:nvPr>
            <p:custDataLst>
              <p:tags r:id="rId8"/>
            </p:custDataLst>
          </p:nvPr>
        </p:nvCxnSpPr>
        <p:spPr bwMode="auto">
          <a:xfrm>
            <a:off x="5964555" y="2796540"/>
            <a:ext cx="1678940" cy="635"/>
          </a:xfrm>
          <a:prstGeom prst="line">
            <a:avLst/>
          </a:prstGeom>
          <a:noFill/>
          <a:ln w="6350" algn="ctr">
            <a:solidFill>
              <a:schemeClr val="accent1"/>
            </a:solidFill>
            <a:miter lim="800000"/>
          </a:ln>
          <a:extLst>
            <a:ext uri="{909E8E84-426E-40DD-AFC4-6F175D3DCCD1}">
              <a14:hiddenFill xmlns:a14="http://schemas.microsoft.com/office/drawing/2010/main">
                <a:noFill/>
              </a14:hiddenFill>
            </a:ext>
          </a:extLst>
        </p:spPr>
      </p:cxnSp>
      <p:sp>
        <p:nvSpPr>
          <p:cNvPr id="40" name="矩形 39"/>
          <p:cNvSpPr/>
          <p:nvPr>
            <p:custDataLst>
              <p:tags r:id="rId9"/>
            </p:custDataLst>
          </p:nvPr>
        </p:nvSpPr>
        <p:spPr>
          <a:xfrm>
            <a:off x="9450705" y="2009140"/>
            <a:ext cx="967740" cy="958215"/>
          </a:xfrm>
          <a:prstGeom prst="rect">
            <a:avLst/>
          </a:prstGeom>
          <a:solidFill>
            <a:sysClr val="window" lastClr="FFFFFF"/>
          </a:solidFill>
          <a:ln w="12700" cap="flat" cmpd="sng" algn="ctr">
            <a:solidFill>
              <a:schemeClr val="accent1"/>
            </a:solidFill>
            <a:prstDash val="solid"/>
            <a:miter lim="800000"/>
          </a:ln>
          <a:effectLst/>
        </p:spPr>
        <p:txBody>
          <a:bodyPr anchor="ctr"/>
          <a:lstStyle/>
          <a:p>
            <a:pPr algn="ctr" eaLnBrk="1" fontAlgn="auto" hangingPunct="1">
              <a:spcBef>
                <a:spcPts val="0"/>
              </a:spcBef>
              <a:spcAft>
                <a:spcPts val="0"/>
              </a:spcAft>
              <a:defRPr/>
            </a:pPr>
            <a:r>
              <a:rPr lang="zh-CN" altLang="en-US" sz="3600" b="1" kern="0" dirty="0">
                <a:solidFill>
                  <a:schemeClr val="accent1"/>
                </a:solidFill>
                <a:latin typeface="微软雅黑" panose="020B0503020204020204" pitchFamily="34" charset="-122"/>
                <a:ea typeface="微软雅黑" panose="020B0503020204020204" pitchFamily="34" charset="-122"/>
              </a:rPr>
              <a:t>录</a:t>
            </a:r>
            <a:endParaRPr lang="zh-CN" altLang="en-US" sz="3600" b="1" kern="0" dirty="0">
              <a:solidFill>
                <a:schemeClr val="accent1"/>
              </a:solidFill>
              <a:latin typeface="微软雅黑" panose="020B0503020204020204" pitchFamily="34" charset="-122"/>
              <a:ea typeface="微软雅黑" panose="020B0503020204020204" pitchFamily="34" charset="-122"/>
            </a:endParaRPr>
          </a:p>
        </p:txBody>
      </p:sp>
      <p:pic>
        <p:nvPicPr>
          <p:cNvPr id="24" name="图片 23" descr="公司介绍"/>
          <p:cNvPicPr>
            <a:picLocks noChangeAspect="1"/>
          </p:cNvPicPr>
          <p:nvPr>
            <p:custDataLst>
              <p:tags r:id="rId10"/>
            </p:custDataLst>
          </p:nvPr>
        </p:nvPicPr>
        <p:blipFill>
          <a:blip r:embed="rId11"/>
          <a:stretch>
            <a:fillRect/>
          </a:stretch>
        </p:blipFill>
        <p:spPr>
          <a:xfrm>
            <a:off x="1554480" y="1130935"/>
            <a:ext cx="481330" cy="417195"/>
          </a:xfrm>
          <a:prstGeom prst="rect">
            <a:avLst/>
          </a:prstGeom>
        </p:spPr>
      </p:pic>
      <p:pic>
        <p:nvPicPr>
          <p:cNvPr id="26" name="图片 25" descr="产品"/>
          <p:cNvPicPr>
            <a:picLocks noChangeAspect="1"/>
          </p:cNvPicPr>
          <p:nvPr>
            <p:custDataLst>
              <p:tags r:id="rId12"/>
            </p:custDataLst>
          </p:nvPr>
        </p:nvPicPr>
        <p:blipFill>
          <a:blip r:embed="rId13"/>
          <a:stretch>
            <a:fillRect/>
          </a:stretch>
        </p:blipFill>
        <p:spPr>
          <a:xfrm>
            <a:off x="1532890" y="2307590"/>
            <a:ext cx="521335" cy="521335"/>
          </a:xfrm>
          <a:prstGeom prst="rect">
            <a:avLst/>
          </a:prstGeom>
        </p:spPr>
      </p:pic>
      <p:grpSp>
        <p:nvGrpSpPr>
          <p:cNvPr id="8" name="组合 7"/>
          <p:cNvGrpSpPr/>
          <p:nvPr>
            <p:custDataLst>
              <p:tags r:id="rId14"/>
            </p:custDataLst>
          </p:nvPr>
        </p:nvGrpSpPr>
        <p:grpSpPr>
          <a:xfrm>
            <a:off x="2101850" y="3592195"/>
            <a:ext cx="5488940" cy="428625"/>
            <a:chOff x="2038870" y="2423121"/>
            <a:chExt cx="3995738" cy="252412"/>
          </a:xfrm>
        </p:grpSpPr>
        <p:sp>
          <p:nvSpPr>
            <p:cNvPr id="51" name="文本框 45"/>
            <p:cNvSpPr txBox="1"/>
            <p:nvPr>
              <p:custDataLst>
                <p:tags r:id="rId15"/>
              </p:custDataLst>
            </p:nvPr>
          </p:nvSpPr>
          <p:spPr>
            <a:xfrm>
              <a:off x="2038870" y="2423121"/>
              <a:ext cx="2773363" cy="252412"/>
            </a:xfrm>
            <a:custGeom>
              <a:avLst/>
              <a:gdLst>
                <a:gd name="connsiteX0" fmla="*/ 0 w 2773194"/>
                <a:gd name="connsiteY0" fmla="*/ 0 h 253350"/>
                <a:gd name="connsiteX1" fmla="*/ 2508325 w 2773194"/>
                <a:gd name="connsiteY1" fmla="*/ 0 h 253350"/>
                <a:gd name="connsiteX2" fmla="*/ 2773194 w 2773194"/>
                <a:gd name="connsiteY2" fmla="*/ 253350 h 253350"/>
                <a:gd name="connsiteX3" fmla="*/ 0 w 2773194"/>
                <a:gd name="connsiteY3" fmla="*/ 253350 h 253350"/>
              </a:gdLst>
              <a:ahLst/>
              <a:cxnLst>
                <a:cxn ang="0">
                  <a:pos x="connsiteX0" y="connsiteY0"/>
                </a:cxn>
                <a:cxn ang="0">
                  <a:pos x="connsiteX1" y="connsiteY1"/>
                </a:cxn>
                <a:cxn ang="0">
                  <a:pos x="connsiteX2" y="connsiteY2"/>
                </a:cxn>
                <a:cxn ang="0">
                  <a:pos x="connsiteX3" y="connsiteY3"/>
                </a:cxn>
              </a:cxnLst>
              <a:rect l="l" t="t" r="r" b="b"/>
              <a:pathLst>
                <a:path w="2773194" h="253350">
                  <a:moveTo>
                    <a:pt x="0" y="0"/>
                  </a:moveTo>
                  <a:lnTo>
                    <a:pt x="2508325" y="0"/>
                  </a:lnTo>
                  <a:lnTo>
                    <a:pt x="2773194" y="253350"/>
                  </a:lnTo>
                  <a:lnTo>
                    <a:pt x="0" y="253350"/>
                  </a:lnTo>
                  <a:close/>
                </a:path>
              </a:pathLst>
            </a:custGeom>
            <a:solidFill>
              <a:srgbClr val="0070C0"/>
            </a:solidFill>
            <a:ln>
              <a:solidFill>
                <a:schemeClr val="accent1"/>
              </a:solidFill>
            </a:ln>
          </p:spPr>
          <p:txBody>
            <a:bodyPr lIns="0" tIns="0" bIns="0" anchor="ctr">
              <a:normAutofit/>
            </a:bodyPr>
            <a:p>
              <a:pPr eaLnBrk="1" fontAlgn="auto" hangingPunct="1">
                <a:spcBef>
                  <a:spcPts val="0"/>
                </a:spcBef>
                <a:spcAft>
                  <a:spcPts val="0"/>
                </a:spcAft>
                <a:defRPr/>
              </a:pPr>
              <a:r>
                <a:rPr lang="en-US" altLang="zh-CN" sz="1600" b="0" kern="0" dirty="0">
                  <a:solidFill>
                    <a:srgbClr val="FFFFFF"/>
                  </a:solidFill>
                  <a:latin typeface="+mn-lt"/>
                  <a:ea typeface="+mn-ea"/>
                  <a:cs typeface="Times New Roman" panose="02020603050405020304" pitchFamily="18" charset="0"/>
                </a:rPr>
                <a:t>   </a:t>
              </a:r>
              <a:r>
                <a:rPr lang="en-US" altLang="zh-CN" sz="16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三、</a:t>
              </a:r>
              <a:r>
                <a:rPr lang="en-US" altLang="zh-CN"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赛程</a:t>
              </a:r>
              <a:r>
                <a:rPr lang="zh-CN" altLang="en-US"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安排</a:t>
              </a:r>
              <a:endParaRPr lang="zh-CN" altLang="en-US"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52" name="直接连接符 46"/>
            <p:cNvCxnSpPr>
              <a:cxnSpLocks noChangeShapeType="1"/>
              <a:stCxn id="51" idx="2"/>
            </p:cNvCxnSpPr>
            <p:nvPr>
              <p:custDataLst>
                <p:tags r:id="rId16"/>
              </p:custDataLst>
            </p:nvPr>
          </p:nvCxnSpPr>
          <p:spPr bwMode="auto">
            <a:xfrm>
              <a:off x="4812233" y="2675533"/>
              <a:ext cx="1222375" cy="0"/>
            </a:xfrm>
            <a:prstGeom prst="line">
              <a:avLst/>
            </a:prstGeom>
            <a:noFill/>
            <a:ln w="6350" algn="ctr">
              <a:solidFill>
                <a:schemeClr val="accent1"/>
              </a:solidFill>
              <a:miter lim="800000"/>
            </a:ln>
            <a:extLst>
              <a:ext uri="{909E8E84-426E-40DD-AFC4-6F175D3DCCD1}">
                <a14:hiddenFill xmlns:a14="http://schemas.microsoft.com/office/drawing/2010/main">
                  <a:noFill/>
                </a14:hiddenFill>
              </a:ext>
            </a:extLst>
          </p:spPr>
        </p:cxnSp>
      </p:grpSp>
      <p:sp>
        <p:nvSpPr>
          <p:cNvPr id="135" name="Freeform 5"/>
          <p:cNvSpPr/>
          <p:nvPr>
            <p:custDataLst>
              <p:tags r:id="rId17"/>
            </p:custDataLst>
          </p:nvPr>
        </p:nvSpPr>
        <p:spPr bwMode="auto">
          <a:xfrm>
            <a:off x="1356995" y="3434715"/>
            <a:ext cx="753745" cy="68897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p:spPr>
        <p:txBody>
          <a:bodyPr vert="horz" wrap="square" lIns="91440" tIns="45720" rIns="91440" bIns="45720" numCol="1" anchor="t" anchorCtr="0" compatLnSpc="1"/>
          <a:p>
            <a:endParaRPr lang="zh-CN" altLang="en-US" sz="1600" dirty="0">
              <a:ea typeface="微软雅黑" panose="020B0503020204020204" pitchFamily="34" charset="-122"/>
            </a:endParaRPr>
          </a:p>
        </p:txBody>
      </p:sp>
      <p:pic>
        <p:nvPicPr>
          <p:cNvPr id="2" name="图片 1" descr="业绩数据图表"/>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1454785" y="3532505"/>
            <a:ext cx="463550" cy="463550"/>
          </a:xfrm>
          <a:prstGeom prst="rect">
            <a:avLst/>
          </a:prstGeom>
        </p:spPr>
      </p:pic>
      <p:sp>
        <p:nvSpPr>
          <p:cNvPr id="3" name="Freeform 5"/>
          <p:cNvSpPr/>
          <p:nvPr>
            <p:custDataLst>
              <p:tags r:id="rId21"/>
            </p:custDataLst>
          </p:nvPr>
        </p:nvSpPr>
        <p:spPr bwMode="auto">
          <a:xfrm>
            <a:off x="1362075" y="4636770"/>
            <a:ext cx="753745" cy="68897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p:spPr>
        <p:txBody>
          <a:bodyPr vert="horz" wrap="square" lIns="91440" tIns="45720" rIns="91440" bIns="45720" numCol="1" anchor="t" anchorCtr="0" compatLnSpc="1"/>
          <a:p>
            <a:endParaRPr lang="zh-CN" altLang="en-US" sz="1600" dirty="0">
              <a:ea typeface="微软雅黑" panose="020B0503020204020204" pitchFamily="34" charset="-122"/>
            </a:endParaRPr>
          </a:p>
        </p:txBody>
      </p:sp>
      <p:sp>
        <p:nvSpPr>
          <p:cNvPr id="4" name="文本框 41"/>
          <p:cNvSpPr txBox="1"/>
          <p:nvPr>
            <p:custDataLst>
              <p:tags r:id="rId22"/>
            </p:custDataLst>
          </p:nvPr>
        </p:nvSpPr>
        <p:spPr>
          <a:xfrm>
            <a:off x="2115185" y="4787265"/>
            <a:ext cx="3810000" cy="431165"/>
          </a:xfrm>
          <a:custGeom>
            <a:avLst/>
            <a:gdLst>
              <a:gd name="connsiteX0" fmla="*/ 0 w 2773194"/>
              <a:gd name="connsiteY0" fmla="*/ 0 h 253350"/>
              <a:gd name="connsiteX1" fmla="*/ 2508325 w 2773194"/>
              <a:gd name="connsiteY1" fmla="*/ 0 h 253350"/>
              <a:gd name="connsiteX2" fmla="*/ 2773194 w 2773194"/>
              <a:gd name="connsiteY2" fmla="*/ 253350 h 253350"/>
              <a:gd name="connsiteX3" fmla="*/ 0 w 2773194"/>
              <a:gd name="connsiteY3" fmla="*/ 253350 h 253350"/>
            </a:gdLst>
            <a:ahLst/>
            <a:cxnLst>
              <a:cxn ang="0">
                <a:pos x="connsiteX0" y="connsiteY0"/>
              </a:cxn>
              <a:cxn ang="0">
                <a:pos x="connsiteX1" y="connsiteY1"/>
              </a:cxn>
              <a:cxn ang="0">
                <a:pos x="connsiteX2" y="connsiteY2"/>
              </a:cxn>
              <a:cxn ang="0">
                <a:pos x="connsiteX3" y="connsiteY3"/>
              </a:cxn>
            </a:cxnLst>
            <a:rect l="l" t="t" r="r" b="b"/>
            <a:pathLst>
              <a:path w="2773194" h="253350">
                <a:moveTo>
                  <a:pt x="0" y="0"/>
                </a:moveTo>
                <a:lnTo>
                  <a:pt x="2508325" y="0"/>
                </a:lnTo>
                <a:lnTo>
                  <a:pt x="2773194" y="253350"/>
                </a:lnTo>
                <a:lnTo>
                  <a:pt x="0" y="253350"/>
                </a:lnTo>
                <a:close/>
              </a:path>
            </a:pathLst>
          </a:custGeom>
          <a:solidFill>
            <a:srgbClr val="0070C0"/>
          </a:solidFill>
          <a:ln>
            <a:solidFill>
              <a:schemeClr val="accent1"/>
            </a:solidFill>
          </a:ln>
        </p:spPr>
        <p:txBody>
          <a:bodyPr lIns="0" tIns="0" bIns="0" anchor="ctr">
            <a:normAutofit/>
          </a:bodyPr>
          <a:p>
            <a:pPr eaLnBrk="1" fontAlgn="auto" hangingPunct="1">
              <a:spcBef>
                <a:spcPts val="0"/>
              </a:spcBef>
              <a:spcAft>
                <a:spcPts val="0"/>
              </a:spcAft>
              <a:defRPr/>
            </a:pPr>
            <a:r>
              <a:rPr lang="en-US" altLang="zh-CN" sz="1600" b="0" kern="0" dirty="0">
                <a:solidFill>
                  <a:srgbClr val="FFFFFF"/>
                </a:solidFill>
                <a:latin typeface="+mn-lt"/>
                <a:ea typeface="+mn-ea"/>
                <a:cs typeface="Times New Roman" panose="02020603050405020304" pitchFamily="18" charset="0"/>
              </a:rPr>
              <a:t>     </a:t>
            </a:r>
            <a:r>
              <a:rPr lang="en-US" altLang="zh-CN" sz="16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四、其他</a:t>
            </a:r>
            <a:r>
              <a:rPr lang="zh-CN" altLang="en-US"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事项</a:t>
            </a:r>
            <a:endParaRPr lang="zh-CN" altLang="en-US"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5" name="直接连接符 42"/>
          <p:cNvCxnSpPr>
            <a:cxnSpLocks noChangeShapeType="1"/>
            <a:stCxn id="4" idx="2"/>
          </p:cNvCxnSpPr>
          <p:nvPr>
            <p:custDataLst>
              <p:tags r:id="rId23"/>
            </p:custDataLst>
          </p:nvPr>
        </p:nvCxnSpPr>
        <p:spPr bwMode="auto">
          <a:xfrm>
            <a:off x="5916930" y="5218430"/>
            <a:ext cx="1678940" cy="635"/>
          </a:xfrm>
          <a:prstGeom prst="line">
            <a:avLst/>
          </a:prstGeom>
          <a:noFill/>
          <a:ln w="6350" algn="ctr">
            <a:solidFill>
              <a:schemeClr val="accent1"/>
            </a:solidFill>
            <a:miter lim="800000"/>
          </a:ln>
          <a:extLst>
            <a:ext uri="{909E8E84-426E-40DD-AFC4-6F175D3DCCD1}">
              <a14:hiddenFill xmlns:a14="http://schemas.microsoft.com/office/drawing/2010/main">
                <a:noFill/>
              </a14:hiddenFill>
            </a:ext>
          </a:extLst>
        </p:spPr>
      </p:cxnSp>
      <p:pic>
        <p:nvPicPr>
          <p:cNvPr id="7" name="图片 6" descr="其他"/>
          <p:cNvPicPr>
            <a:picLocks noChangeAspect="1"/>
          </p:cNvPicPr>
          <p:nvPr>
            <p:custDataLst>
              <p:tags r:id="rId24"/>
            </p:custDataLst>
          </p:nvPr>
        </p:nvPicPr>
        <p:blipFill>
          <a:blip r:embed="rId25"/>
          <a:stretch>
            <a:fillRect/>
          </a:stretch>
        </p:blipFill>
        <p:spPr>
          <a:xfrm>
            <a:off x="1556385" y="4754245"/>
            <a:ext cx="464185" cy="44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内容占位符 2"/>
          <p:cNvSpPr txBox="1"/>
          <p:nvPr/>
        </p:nvSpPr>
        <p:spPr>
          <a:xfrm>
            <a:off x="1002665" y="1799590"/>
            <a:ext cx="10288905" cy="4135755"/>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457200" algn="just">
              <a:lnSpc>
                <a:spcPct val="150000"/>
              </a:lnSpc>
              <a:buNone/>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object 4"/>
          <p:cNvSpPr txBox="1"/>
          <p:nvPr/>
        </p:nvSpPr>
        <p:spPr>
          <a:xfrm>
            <a:off x="1696720" y="2136775"/>
            <a:ext cx="4169410" cy="2708275"/>
          </a:xfrm>
          <a:prstGeom prst="rect">
            <a:avLst/>
          </a:prstGeom>
        </p:spPr>
        <p:txBody>
          <a:bodyPr vert="horz" wrap="square" lIns="0" tIns="12700" rIns="0" bIns="0" rtlCol="0">
            <a:spAutoFit/>
          </a:bodyPr>
          <a:p>
            <a:pPr marL="287655" algn="l">
              <a:lnSpc>
                <a:spcPct val="100000"/>
              </a:lnSpc>
              <a:spcBef>
                <a:spcPts val="100"/>
              </a:spcBef>
            </a:pPr>
            <a:r>
              <a:rPr sz="2400" b="1" spc="10" dirty="0">
                <a:solidFill>
                  <a:srgbClr val="0076CA"/>
                </a:solidFill>
                <a:latin typeface="微软雅黑" panose="020B0503020204020204" pitchFamily="34" charset="-122"/>
                <a:ea typeface="微软雅黑" panose="020B0503020204020204" pitchFamily="34" charset="-122"/>
                <a:cs typeface="微软雅黑 Light" panose="020B0502040204020203" charset="-122"/>
              </a:rPr>
              <a:t>五大权</a:t>
            </a:r>
            <a:r>
              <a:rPr sz="2400" b="1" dirty="0">
                <a:solidFill>
                  <a:srgbClr val="0076CA"/>
                </a:solidFill>
                <a:latin typeface="微软雅黑" panose="020B0503020204020204" pitchFamily="34" charset="-122"/>
                <a:ea typeface="微软雅黑" panose="020B0503020204020204" pitchFamily="34" charset="-122"/>
                <a:cs typeface="微软雅黑 Light" panose="020B0502040204020203" charset="-122"/>
              </a:rPr>
              <a:t>威组织机构联合组织</a:t>
            </a:r>
            <a:endParaRPr sz="2400" b="1">
              <a:latin typeface="微软雅黑" panose="020B0503020204020204" pitchFamily="34" charset="-122"/>
              <a:ea typeface="微软雅黑" panose="020B0503020204020204" pitchFamily="34" charset="-122"/>
              <a:cs typeface="微软雅黑 Light" panose="020B0502040204020203" charset="-122"/>
            </a:endParaRPr>
          </a:p>
          <a:p>
            <a:pPr marL="129540" indent="-116840" algn="l">
              <a:lnSpc>
                <a:spcPct val="100000"/>
              </a:lnSpc>
              <a:spcBef>
                <a:spcPts val="2095"/>
              </a:spcBef>
              <a:buFont typeface="Arial" panose="020B0604020202020204"/>
              <a:buChar char="•"/>
              <a:tabLst>
                <a:tab pos="130175" algn="l"/>
              </a:tabLst>
            </a:pPr>
            <a:r>
              <a:rPr sz="2000" b="1" spc="5" dirty="0">
                <a:solidFill>
                  <a:srgbClr val="0076CA"/>
                </a:solidFill>
                <a:latin typeface="微软雅黑" panose="020B0503020204020204" pitchFamily="34" charset="-122"/>
                <a:ea typeface="微软雅黑" panose="020B0503020204020204" pitchFamily="34" charset="-122"/>
                <a:cs typeface="微软雅黑 Light" panose="020B0502040204020203" charset="-122"/>
              </a:rPr>
              <a:t>主办单位</a:t>
            </a:r>
            <a:endParaRPr sz="2000" b="1">
              <a:latin typeface="微软雅黑" panose="020B0503020204020204" pitchFamily="34" charset="-122"/>
              <a:ea typeface="微软雅黑" panose="020B0503020204020204" pitchFamily="34" charset="-122"/>
              <a:cs typeface="微软雅黑 Light" panose="020B0502040204020203" charset="-122"/>
            </a:endParaRPr>
          </a:p>
          <a:p>
            <a:pPr marL="363220" lvl="1" indent="-117475" algn="l">
              <a:lnSpc>
                <a:spcPct val="100000"/>
              </a:lnSpc>
              <a:spcBef>
                <a:spcPts val="565"/>
              </a:spcBef>
              <a:buFont typeface="Arial" panose="020B0604020202020204"/>
              <a:buChar char="•"/>
              <a:tabLst>
                <a:tab pos="363220" algn="l"/>
              </a:tabLst>
            </a:pPr>
            <a:r>
              <a:rPr b="0" spc="-5" dirty="0">
                <a:latin typeface="微软雅黑" panose="020B0503020204020204" pitchFamily="34" charset="-122"/>
                <a:ea typeface="微软雅黑" panose="020B0503020204020204" pitchFamily="34" charset="-122"/>
                <a:cs typeface="微软雅黑 Light" panose="020B0502040204020203" charset="-122"/>
              </a:rPr>
              <a:t>教育部软件工程专业教学指导委员会</a:t>
            </a:r>
            <a:endParaRPr>
              <a:latin typeface="微软雅黑" panose="020B0503020204020204" pitchFamily="34" charset="-122"/>
              <a:ea typeface="微软雅黑" panose="020B0503020204020204" pitchFamily="34" charset="-122"/>
              <a:cs typeface="微软雅黑 Light" panose="020B0502040204020203" charset="-122"/>
            </a:endParaRPr>
          </a:p>
          <a:p>
            <a:pPr marL="363220" lvl="1" indent="-117475" algn="l">
              <a:lnSpc>
                <a:spcPct val="100000"/>
              </a:lnSpc>
              <a:spcBef>
                <a:spcPts val="575"/>
              </a:spcBef>
              <a:buFont typeface="Arial" panose="020B0604020202020204"/>
              <a:buChar char="•"/>
              <a:tabLst>
                <a:tab pos="363220" algn="l"/>
              </a:tabLst>
            </a:pPr>
            <a:r>
              <a:rPr b="0" spc="-5" dirty="0">
                <a:latin typeface="微软雅黑" panose="020B0503020204020204" pitchFamily="34" charset="-122"/>
                <a:ea typeface="微软雅黑" panose="020B0503020204020204" pitchFamily="34" charset="-122"/>
                <a:cs typeface="微软雅黑 Light" panose="020B0502040204020203" charset="-122"/>
              </a:rPr>
              <a:t>中国软件测评机构联盟</a:t>
            </a:r>
            <a:endParaRPr>
              <a:latin typeface="微软雅黑" panose="020B0503020204020204" pitchFamily="34" charset="-122"/>
              <a:ea typeface="微软雅黑" panose="020B0503020204020204" pitchFamily="34" charset="-122"/>
              <a:cs typeface="微软雅黑 Light" panose="020B0502040204020203" charset="-122"/>
            </a:endParaRPr>
          </a:p>
          <a:p>
            <a:pPr marL="363220" lvl="1" indent="-117475" algn="l">
              <a:lnSpc>
                <a:spcPct val="100000"/>
              </a:lnSpc>
              <a:spcBef>
                <a:spcPts val="565"/>
              </a:spcBef>
              <a:buFont typeface="Arial" panose="020B0604020202020204"/>
              <a:buChar char="•"/>
              <a:tabLst>
                <a:tab pos="363220" algn="l"/>
              </a:tabLst>
            </a:pPr>
            <a:r>
              <a:rPr b="0" spc="-5" dirty="0">
                <a:latin typeface="微软雅黑" panose="020B0503020204020204" pitchFamily="34" charset="-122"/>
                <a:ea typeface="微软雅黑" panose="020B0503020204020204" pitchFamily="34" charset="-122"/>
                <a:cs typeface="微软雅黑 Light" panose="020B0502040204020203" charset="-122"/>
              </a:rPr>
              <a:t>中</a:t>
            </a:r>
            <a:r>
              <a:rPr b="0" spc="-10" dirty="0">
                <a:latin typeface="微软雅黑" panose="020B0503020204020204" pitchFamily="34" charset="-122"/>
                <a:ea typeface="微软雅黑" panose="020B0503020204020204" pitchFamily="34" charset="-122"/>
                <a:cs typeface="微软雅黑 Light" panose="020B0502040204020203" charset="-122"/>
              </a:rPr>
              <a:t>国</a:t>
            </a:r>
            <a:r>
              <a:rPr b="0" spc="-5" dirty="0">
                <a:latin typeface="微软雅黑" panose="020B0503020204020204" pitchFamily="34" charset="-122"/>
                <a:ea typeface="微软雅黑" panose="020B0503020204020204" pitchFamily="34" charset="-122"/>
                <a:cs typeface="微软雅黑 Light" panose="020B0502040204020203" charset="-122"/>
              </a:rPr>
              <a:t>计算机学会软件工程专业委员会</a:t>
            </a:r>
            <a:endParaRPr>
              <a:latin typeface="微软雅黑" panose="020B0503020204020204" pitchFamily="34" charset="-122"/>
              <a:ea typeface="微软雅黑" panose="020B0503020204020204" pitchFamily="34" charset="-122"/>
              <a:cs typeface="微软雅黑 Light" panose="020B0502040204020203" charset="-122"/>
            </a:endParaRPr>
          </a:p>
          <a:p>
            <a:pPr marL="363220" lvl="1" indent="-117475" algn="l">
              <a:lnSpc>
                <a:spcPct val="100000"/>
              </a:lnSpc>
              <a:spcBef>
                <a:spcPts val="575"/>
              </a:spcBef>
              <a:buFont typeface="Arial" panose="020B0604020202020204"/>
              <a:buChar char="•"/>
              <a:tabLst>
                <a:tab pos="363220" algn="l"/>
              </a:tabLst>
            </a:pPr>
            <a:r>
              <a:rPr b="0" spc="-5" dirty="0">
                <a:latin typeface="微软雅黑" panose="020B0503020204020204" pitchFamily="34" charset="-122"/>
                <a:ea typeface="微软雅黑" panose="020B0503020204020204" pitchFamily="34" charset="-122"/>
                <a:cs typeface="微软雅黑 Light" panose="020B0502040204020203" charset="-122"/>
              </a:rPr>
              <a:t>中</a:t>
            </a:r>
            <a:r>
              <a:rPr b="0" spc="-10" dirty="0">
                <a:latin typeface="微软雅黑" panose="020B0503020204020204" pitchFamily="34" charset="-122"/>
                <a:ea typeface="微软雅黑" panose="020B0503020204020204" pitchFamily="34" charset="-122"/>
                <a:cs typeface="微软雅黑 Light" panose="020B0502040204020203" charset="-122"/>
              </a:rPr>
              <a:t>国</a:t>
            </a:r>
            <a:r>
              <a:rPr b="0" spc="-5" dirty="0">
                <a:latin typeface="微软雅黑" panose="020B0503020204020204" pitchFamily="34" charset="-122"/>
                <a:ea typeface="微软雅黑" panose="020B0503020204020204" pitchFamily="34" charset="-122"/>
                <a:cs typeface="微软雅黑 Light" panose="020B0502040204020203" charset="-122"/>
              </a:rPr>
              <a:t>计算机学会系统软件专业委员会</a:t>
            </a:r>
            <a:endParaRPr>
              <a:latin typeface="微软雅黑" panose="020B0503020204020204" pitchFamily="34" charset="-122"/>
              <a:ea typeface="微软雅黑" panose="020B0503020204020204" pitchFamily="34" charset="-122"/>
              <a:cs typeface="微软雅黑 Light" panose="020B0502040204020203" charset="-122"/>
            </a:endParaRPr>
          </a:p>
          <a:p>
            <a:pPr marL="363220" lvl="1" indent="-117475" algn="l">
              <a:lnSpc>
                <a:spcPct val="100000"/>
              </a:lnSpc>
              <a:spcBef>
                <a:spcPts val="565"/>
              </a:spcBef>
              <a:buFont typeface="Arial" panose="020B0604020202020204"/>
              <a:buChar char="•"/>
              <a:tabLst>
                <a:tab pos="363220" algn="l"/>
              </a:tabLst>
            </a:pPr>
            <a:r>
              <a:rPr b="0" spc="-5" dirty="0">
                <a:latin typeface="微软雅黑" panose="020B0503020204020204" pitchFamily="34" charset="-122"/>
                <a:ea typeface="微软雅黑" panose="020B0503020204020204" pitchFamily="34" charset="-122"/>
                <a:cs typeface="微软雅黑 Light" panose="020B0502040204020203" charset="-122"/>
              </a:rPr>
              <a:t>中国计算机学会容错计算专业委员会</a:t>
            </a:r>
            <a:endParaRPr>
              <a:latin typeface="微软雅黑" panose="020B0503020204020204" pitchFamily="34" charset="-122"/>
              <a:ea typeface="微软雅黑" panose="020B0503020204020204" pitchFamily="34" charset="-122"/>
              <a:cs typeface="微软雅黑 Light" panose="020B0502040204020203" charset="-122"/>
            </a:endParaRPr>
          </a:p>
        </p:txBody>
      </p:sp>
      <p:sp>
        <p:nvSpPr>
          <p:cNvPr id="5" name="object 5"/>
          <p:cNvSpPr txBox="1"/>
          <p:nvPr/>
        </p:nvSpPr>
        <p:spPr>
          <a:xfrm>
            <a:off x="6444615" y="2025650"/>
            <a:ext cx="4110355" cy="3275965"/>
          </a:xfrm>
          <a:prstGeom prst="rect">
            <a:avLst/>
          </a:prstGeom>
        </p:spPr>
        <p:txBody>
          <a:bodyPr vert="horz" wrap="square" lIns="0" tIns="83820" rIns="0" bIns="0" rtlCol="0">
            <a:spAutoFit/>
          </a:bodyPr>
          <a:p>
            <a:pPr marL="129540" indent="-116840" algn="l">
              <a:lnSpc>
                <a:spcPct val="100000"/>
              </a:lnSpc>
              <a:spcBef>
                <a:spcPts val="660"/>
              </a:spcBef>
              <a:buFont typeface="Arial" panose="020B0604020202020204"/>
              <a:buChar char="•"/>
              <a:tabLst>
                <a:tab pos="130175" algn="l"/>
              </a:tabLst>
            </a:pPr>
            <a:r>
              <a:rPr sz="2000" b="1" spc="5" dirty="0">
                <a:solidFill>
                  <a:srgbClr val="0076CA"/>
                </a:solidFill>
                <a:latin typeface="微软雅黑" panose="020B0503020204020204" pitchFamily="34" charset="-122"/>
                <a:ea typeface="微软雅黑" panose="020B0503020204020204" pitchFamily="34" charset="-122"/>
                <a:cs typeface="微软雅黑" panose="020B0503020204020204" pitchFamily="34" charset="-122"/>
              </a:rPr>
              <a:t>承办单位</a:t>
            </a:r>
            <a:endParaRPr sz="2000" b="1">
              <a:latin typeface="微软雅黑" panose="020B0503020204020204" pitchFamily="34" charset="-122"/>
              <a:ea typeface="微软雅黑" panose="020B0503020204020204" pitchFamily="34" charset="-122"/>
              <a:cs typeface="微软雅黑" panose="020B0503020204020204" pitchFamily="34" charset="-122"/>
            </a:endParaRPr>
          </a:p>
          <a:p>
            <a:pPr marL="363220" lvl="1" indent="-117475" algn="l">
              <a:lnSpc>
                <a:spcPct val="100000"/>
              </a:lnSpc>
              <a:spcBef>
                <a:spcPts val="565"/>
              </a:spcBef>
              <a:buFont typeface="Arial" panose="020B0604020202020204"/>
              <a:buChar char="•"/>
              <a:tabLst>
                <a:tab pos="363220" algn="l"/>
              </a:tabLst>
            </a:pPr>
            <a:r>
              <a:rPr b="0" spc="-10" dirty="0">
                <a:latin typeface="微软雅黑" panose="020B0503020204020204" pitchFamily="34" charset="-122"/>
                <a:ea typeface="微软雅黑" panose="020B0503020204020204" pitchFamily="34" charset="-122"/>
                <a:cs typeface="微软雅黑" panose="020B0503020204020204" pitchFamily="34" charset="-122"/>
              </a:rPr>
              <a:t>南京</a:t>
            </a:r>
            <a:r>
              <a:rPr lang="zh-CN" b="0" spc="-10" dirty="0">
                <a:latin typeface="微软雅黑" panose="020B0503020204020204" pitchFamily="34" charset="-122"/>
                <a:ea typeface="微软雅黑" panose="020B0503020204020204" pitchFamily="34" charset="-122"/>
                <a:cs typeface="微软雅黑" panose="020B0503020204020204" pitchFamily="34" charset="-122"/>
              </a:rPr>
              <a:t>大学</a:t>
            </a:r>
            <a:endParaRPr>
              <a:latin typeface="微软雅黑" panose="020B0503020204020204" pitchFamily="34" charset="-122"/>
              <a:ea typeface="微软雅黑" panose="020B0503020204020204" pitchFamily="34" charset="-122"/>
              <a:cs typeface="微软雅黑" panose="020B0503020204020204" pitchFamily="34" charset="-122"/>
            </a:endParaRPr>
          </a:p>
          <a:p>
            <a:pPr marL="129540" indent="-116840" algn="l">
              <a:lnSpc>
                <a:spcPct val="100000"/>
              </a:lnSpc>
              <a:spcBef>
                <a:spcPts val="770"/>
              </a:spcBef>
              <a:buFont typeface="Arial" panose="020B0604020202020204"/>
              <a:buChar char="•"/>
              <a:tabLst>
                <a:tab pos="130175" algn="l"/>
              </a:tabLst>
            </a:pPr>
            <a:r>
              <a:rPr sz="2000" b="1" spc="5" dirty="0">
                <a:solidFill>
                  <a:srgbClr val="0076CA"/>
                </a:solidFill>
                <a:latin typeface="微软雅黑" panose="020B0503020204020204" pitchFamily="34" charset="-122"/>
                <a:ea typeface="微软雅黑" panose="020B0503020204020204" pitchFamily="34" charset="-122"/>
                <a:cs typeface="微软雅黑" panose="020B0503020204020204" pitchFamily="34" charset="-122"/>
              </a:rPr>
              <a:t>协办单位</a:t>
            </a:r>
            <a:endParaRPr sz="2000" b="1">
              <a:latin typeface="微软雅黑" panose="020B0503020204020204" pitchFamily="34" charset="-122"/>
              <a:ea typeface="微软雅黑" panose="020B0503020204020204" pitchFamily="34" charset="-122"/>
              <a:cs typeface="微软雅黑" panose="020B0503020204020204" pitchFamily="34" charset="-122"/>
            </a:endParaRPr>
          </a:p>
          <a:p>
            <a:pPr marL="363220" lvl="1" indent="-117475" algn="l">
              <a:lnSpc>
                <a:spcPct val="100000"/>
              </a:lnSpc>
              <a:spcBef>
                <a:spcPts val="565"/>
              </a:spcBef>
              <a:buFont typeface="Arial" panose="020B0604020202020204"/>
              <a:buChar char="•"/>
              <a:tabLst>
                <a:tab pos="363220" algn="l"/>
              </a:tabLst>
            </a:pPr>
            <a:r>
              <a:rPr b="0" spc="-5" dirty="0">
                <a:latin typeface="微软雅黑" panose="020B0503020204020204" pitchFamily="34" charset="-122"/>
                <a:ea typeface="微软雅黑" panose="020B0503020204020204" pitchFamily="34" charset="-122"/>
                <a:cs typeface="微软雅黑" panose="020B0503020204020204" pitchFamily="34" charset="-122"/>
              </a:rPr>
              <a:t>江苏软件产业人才发展基金会</a:t>
            </a:r>
            <a:endParaRPr>
              <a:latin typeface="微软雅黑" panose="020B0503020204020204" pitchFamily="34" charset="-122"/>
              <a:ea typeface="微软雅黑" panose="020B0503020204020204" pitchFamily="34" charset="-122"/>
              <a:cs typeface="微软雅黑" panose="020B0503020204020204" pitchFamily="34" charset="-122"/>
            </a:endParaRPr>
          </a:p>
          <a:p>
            <a:pPr marL="363220" marR="5080" lvl="1" indent="-117475" algn="l">
              <a:lnSpc>
                <a:spcPct val="114000"/>
              </a:lnSpc>
              <a:spcBef>
                <a:spcPts val="315"/>
              </a:spcBef>
              <a:buFont typeface="Arial" panose="020B0604020202020204"/>
              <a:buChar char="•"/>
              <a:tabLst>
                <a:tab pos="363220" algn="l"/>
              </a:tabLst>
            </a:pPr>
            <a:r>
              <a:rPr lang="zh-CN">
                <a:latin typeface="微软雅黑" panose="020B0503020204020204" pitchFamily="34" charset="-122"/>
                <a:ea typeface="微软雅黑" panose="020B0503020204020204" pitchFamily="34" charset="-122"/>
                <a:cs typeface="微软雅黑" panose="020B0503020204020204" pitchFamily="34" charset="-122"/>
              </a:rPr>
              <a:t>凯云联创（北京）科技有限公司</a:t>
            </a:r>
            <a:endParaRPr lang="zh-CN">
              <a:latin typeface="微软雅黑" panose="020B0503020204020204" pitchFamily="34" charset="-122"/>
              <a:ea typeface="微软雅黑" panose="020B0503020204020204" pitchFamily="34" charset="-122"/>
              <a:cs typeface="微软雅黑" panose="020B0503020204020204" pitchFamily="34" charset="-122"/>
            </a:endParaRPr>
          </a:p>
          <a:p>
            <a:pPr marL="363220" marR="5080" lvl="1" indent="-117475" algn="l">
              <a:lnSpc>
                <a:spcPct val="114000"/>
              </a:lnSpc>
              <a:spcBef>
                <a:spcPts val="315"/>
              </a:spcBef>
              <a:buFont typeface="Arial" panose="020B0604020202020204"/>
              <a:buChar char="•"/>
              <a:tabLst>
                <a:tab pos="363220" algn="l"/>
              </a:tabLst>
            </a:pPr>
            <a:r>
              <a:rPr lang="zh-CN">
                <a:latin typeface="微软雅黑" panose="020B0503020204020204" pitchFamily="34" charset="-122"/>
                <a:ea typeface="微软雅黑" panose="020B0503020204020204" pitchFamily="34" charset="-122"/>
                <a:cs typeface="微软雅黑" panose="020B0503020204020204" pitchFamily="34" charset="-122"/>
              </a:rPr>
              <a:t>广东拓思软件科学园公司</a:t>
            </a:r>
            <a:endParaRPr lang="zh-CN">
              <a:latin typeface="微软雅黑" panose="020B0503020204020204" pitchFamily="34" charset="-122"/>
              <a:ea typeface="微软雅黑" panose="020B0503020204020204" pitchFamily="34" charset="-122"/>
              <a:cs typeface="微软雅黑" panose="020B0503020204020204" pitchFamily="34" charset="-122"/>
            </a:endParaRPr>
          </a:p>
          <a:p>
            <a:pPr marL="363220" marR="5080" lvl="1" indent="-117475" algn="l">
              <a:lnSpc>
                <a:spcPct val="114000"/>
              </a:lnSpc>
              <a:spcBef>
                <a:spcPts val="315"/>
              </a:spcBef>
              <a:buFont typeface="Arial" panose="020B0604020202020204"/>
              <a:buChar char="•"/>
              <a:tabLst>
                <a:tab pos="363220" algn="l"/>
              </a:tabLst>
            </a:pPr>
            <a:r>
              <a:rPr lang="zh-CN">
                <a:latin typeface="微软雅黑" panose="020B0503020204020204" pitchFamily="34" charset="-122"/>
                <a:ea typeface="微软雅黑" panose="020B0503020204020204" pitchFamily="34" charset="-122"/>
                <a:cs typeface="微软雅黑" panose="020B0503020204020204" pitchFamily="34" charset="-122"/>
              </a:rPr>
              <a:t>上海工业控制安全创新科技有限公司</a:t>
            </a:r>
            <a:endParaRPr lang="zh-CN">
              <a:latin typeface="微软雅黑" panose="020B0503020204020204" pitchFamily="34" charset="-122"/>
              <a:ea typeface="微软雅黑" panose="020B0503020204020204" pitchFamily="34" charset="-122"/>
              <a:cs typeface="微软雅黑" panose="020B0503020204020204" pitchFamily="34" charset="-122"/>
            </a:endParaRPr>
          </a:p>
          <a:p>
            <a:pPr marL="363220" marR="5080" lvl="1" indent="-117475" algn="l">
              <a:lnSpc>
                <a:spcPct val="114000"/>
              </a:lnSpc>
              <a:spcBef>
                <a:spcPts val="315"/>
              </a:spcBef>
              <a:buFont typeface="Arial" panose="020B0604020202020204"/>
              <a:buChar char="•"/>
              <a:tabLst>
                <a:tab pos="363220" algn="l"/>
              </a:tabLst>
            </a:pPr>
            <a:r>
              <a:rPr lang="zh-CN">
                <a:latin typeface="微软雅黑" panose="020B0503020204020204" pitchFamily="34" charset="-122"/>
                <a:ea typeface="微软雅黑" panose="020B0503020204020204" pitchFamily="34" charset="-122"/>
                <a:cs typeface="微软雅黑" panose="020B0503020204020204" pitchFamily="34" charset="-122"/>
              </a:rPr>
              <a:t>南京慕测信息科技有限公司</a:t>
            </a:r>
            <a:endParaRPr lang="zh-CN">
              <a:latin typeface="微软雅黑" panose="020B0503020204020204" pitchFamily="34" charset="-122"/>
              <a:ea typeface="微软雅黑" panose="020B0503020204020204" pitchFamily="34" charset="-122"/>
              <a:cs typeface="微软雅黑" panose="020B0503020204020204" pitchFamily="34" charset="-122"/>
            </a:endParaRPr>
          </a:p>
          <a:p>
            <a:pPr marL="363220" marR="5080" lvl="1" indent="-117475" algn="l">
              <a:lnSpc>
                <a:spcPct val="114000"/>
              </a:lnSpc>
              <a:spcBef>
                <a:spcPts val="315"/>
              </a:spcBef>
              <a:buFont typeface="Arial" panose="020B0604020202020204"/>
              <a:buChar char="•"/>
              <a:tabLst>
                <a:tab pos="363220" algn="l"/>
              </a:tabLst>
            </a:pPr>
            <a:r>
              <a:rPr lang="zh-CN">
                <a:latin typeface="微软雅黑" panose="020B0503020204020204" pitchFamily="34" charset="-122"/>
                <a:ea typeface="微软雅黑" panose="020B0503020204020204" pitchFamily="34" charset="-122"/>
                <a:cs typeface="微软雅黑" panose="020B0503020204020204" pitchFamily="34" charset="-122"/>
              </a:rPr>
              <a:t>软件测试能力认证联盟（</a:t>
            </a:r>
            <a:r>
              <a:rPr lang="en-US" altLang="zh-CN">
                <a:latin typeface="微软雅黑" panose="020B0503020204020204" pitchFamily="34" charset="-122"/>
                <a:ea typeface="微软雅黑" panose="020B0503020204020204" pitchFamily="34" charset="-122"/>
                <a:cs typeface="微软雅黑" panose="020B0503020204020204" pitchFamily="34" charset="-122"/>
              </a:rPr>
              <a:t>CBSTC</a:t>
            </a:r>
            <a:r>
              <a:rPr lang="zh-CN">
                <a:latin typeface="微软雅黑" panose="020B0503020204020204" pitchFamily="34" charset="-122"/>
                <a:ea typeface="微软雅黑" panose="020B0503020204020204" pitchFamily="34" charset="-122"/>
                <a:cs typeface="微软雅黑" panose="020B0503020204020204" pitchFamily="34" charset="-122"/>
              </a:rPr>
              <a:t>）</a:t>
            </a:r>
            <a:endParaRPr lang="zh-CN">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Text Box 7"/>
          <p:cNvSpPr txBox="1">
            <a:spLocks noChangeArrowheads="1"/>
          </p:cNvSpPr>
          <p:nvPr/>
        </p:nvSpPr>
        <p:spPr bwMode="auto">
          <a:xfrm>
            <a:off x="3378518" y="385445"/>
            <a:ext cx="1412240" cy="353060"/>
          </a:xfrm>
          <a:prstGeom prst="rect">
            <a:avLst/>
          </a:prstGeom>
          <a:noFill/>
          <a:ln w="9525">
            <a:noFill/>
            <a:miter lim="800000"/>
          </a:ln>
          <a:extLst>
            <a:ext uri="{909E8E84-426E-40DD-AFC4-6F175D3DCCD1}">
              <a14:hiddenFill xmlns:a14="http://schemas.microsoft.com/office/drawing/2010/main">
                <a:solidFill>
                  <a:srgbClr val="0070C0"/>
                </a:solidFill>
              </a14:hiddenFill>
            </a:ext>
          </a:extLst>
        </p:spPr>
        <p:txBody>
          <a:bodyPr wrap="none" lIns="46078" tIns="23040" rIns="46078" bIns="23040">
            <a:spAutoFit/>
          </a:bodyPr>
          <a:p>
            <a:pPr algn="ctr" defTabSz="1096645"/>
            <a:r>
              <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组织单位</a:t>
            </a:r>
            <a:endPar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文本框 26"/>
          <p:cNvSpPr txBox="1"/>
          <p:nvPr/>
        </p:nvSpPr>
        <p:spPr>
          <a:xfrm>
            <a:off x="982891" y="332403"/>
            <a:ext cx="2520280" cy="460375"/>
          </a:xfrm>
          <a:prstGeom prst="rect">
            <a:avLst/>
          </a:prstGeom>
          <a:noFill/>
        </p:spPr>
        <p:txBody>
          <a:bodyPr wrap="square" rtlCol="0">
            <a:spAutoFit/>
          </a:bodyPr>
          <a:p>
            <a:r>
              <a:rPr lang="zh-CN" sz="2400" b="1" spc="100">
                <a:latin typeface="微软雅黑" panose="020B0503020204020204" pitchFamily="34" charset="-122"/>
                <a:ea typeface="微软雅黑" panose="020B0503020204020204" pitchFamily="34" charset="-122"/>
                <a:sym typeface="+mn-ea"/>
              </a:rPr>
              <a:t>一、大赛介绍</a:t>
            </a:r>
            <a:endParaRPr lang="zh-CN" sz="2400" b="1" spc="100" dirty="0">
              <a:solidFill>
                <a:schemeClr val="tx1"/>
              </a:solidFill>
              <a:latin typeface="微软雅黑" panose="020B0503020204020204" pitchFamily="34" charset="-122"/>
              <a:ea typeface="微软雅黑" panose="020B0503020204020204" pitchFamily="34" charset="-122"/>
            </a:endParaRPr>
          </a:p>
        </p:txBody>
      </p:sp>
      <p:grpSp>
        <p:nvGrpSpPr>
          <p:cNvPr id="43" name="组合 42"/>
          <p:cNvGrpSpPr/>
          <p:nvPr/>
        </p:nvGrpSpPr>
        <p:grpSpPr>
          <a:xfrm>
            <a:off x="226695" y="321945"/>
            <a:ext cx="11412855" cy="647700"/>
            <a:chOff x="357" y="168"/>
            <a:chExt cx="17973" cy="1020"/>
          </a:xfrm>
        </p:grpSpPr>
        <p:sp>
          <p:nvSpPr>
            <p:cNvPr id="44" name="矩形 43"/>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5" name="矩形 44"/>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6" name="矩形 45"/>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sp>
        <p:nvSpPr>
          <p:cNvPr id="50" name="矩形 49"/>
          <p:cNvSpPr/>
          <p:nvPr/>
        </p:nvSpPr>
        <p:spPr>
          <a:xfrm>
            <a:off x="3181350" y="422910"/>
            <a:ext cx="36000" cy="324000"/>
          </a:xfrm>
          <a:prstGeom prst="rect">
            <a:avLst/>
          </a:prstGeom>
          <a:solidFill>
            <a:schemeClr val="accent1"/>
          </a:solidFill>
        </p:spPr>
        <p:txBody>
          <a:bodyPr wrap="none">
            <a:spAutoFit/>
          </a:bodyPr>
          <a:p>
            <a:pPr indent="0" algn="l">
              <a:buFont typeface="Wingdings" panose="05000000000000000000" pitchFamily="2" charset="2"/>
              <a:buNone/>
            </a:pP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object 3"/>
          <p:cNvSpPr/>
          <p:nvPr/>
        </p:nvSpPr>
        <p:spPr>
          <a:xfrm>
            <a:off x="1270635" y="2129790"/>
            <a:ext cx="733425" cy="495300"/>
          </a:xfrm>
          <a:prstGeom prst="rect">
            <a:avLst/>
          </a:prstGeom>
          <a:blipFill>
            <a:blip r:embed="rId1" cstate="print"/>
            <a:stretch>
              <a:fillRect/>
            </a:stretch>
          </a:blipFill>
        </p:spPr>
        <p:txBody>
          <a:bodyPr wrap="square" lIns="0" tIns="0" rIns="0" bIns="0" rtlCol="0"/>
          <a:p>
            <a:endParaRPr sz="2000">
              <a:latin typeface="微软雅黑" panose="020B0503020204020204" pitchFamily="34" charset="-122"/>
              <a:ea typeface="微软雅黑" panose="020B0503020204020204" pitchFamily="34" charset="-122"/>
            </a:endParaRPr>
          </a:p>
        </p:txBody>
      </p:sp>
      <p:sp>
        <p:nvSpPr>
          <p:cNvPr id="2" name="object 2"/>
          <p:cNvSpPr txBox="1">
            <a:spLocks noGrp="1"/>
          </p:cNvSpPr>
          <p:nvPr/>
        </p:nvSpPr>
        <p:spPr>
          <a:xfrm>
            <a:off x="1002182" y="1040079"/>
            <a:ext cx="1549400" cy="443230"/>
          </a:xfrm>
          <a:prstGeom prst="rect">
            <a:avLst/>
          </a:prstGeom>
        </p:spPr>
        <p:txBody>
          <a:bodyPr vert="horz" wrap="square" lIns="0" tIns="12700" rIns="0" bIns="0" rtlCol="0">
            <a:spAutoFit/>
          </a:bodyPr>
          <a:lstStyle>
            <a:lvl1pPr>
              <a:defRPr sz="4000" b="1" i="0">
                <a:solidFill>
                  <a:srgbClr val="0076CA"/>
                </a:solidFill>
                <a:latin typeface="微软雅黑" panose="020B0503020204020204" pitchFamily="34" charset="-122"/>
                <a:ea typeface="+mj-ea"/>
                <a:cs typeface="微软雅黑" panose="020B0503020204020204" pitchFamily="34" charset="-122"/>
              </a:defRPr>
            </a:lvl1pPr>
          </a:lstStyle>
          <a:p>
            <a:pPr marL="12700">
              <a:lnSpc>
                <a:spcPct val="100000"/>
              </a:lnSpc>
              <a:spcBef>
                <a:spcPts val="100"/>
              </a:spcBef>
            </a:pPr>
            <a:r>
              <a:rPr sz="2800" spc="-5" dirty="0">
                <a:solidFill>
                  <a:srgbClr val="0076C9"/>
                </a:solidFill>
                <a:ea typeface="微软雅黑" panose="020B0503020204020204" pitchFamily="34" charset="-122"/>
              </a:rPr>
              <a:t>组织单位</a:t>
            </a:r>
            <a:endParaRPr sz="2800" spc="-5" dirty="0">
              <a:solidFill>
                <a:srgbClr val="0076C9"/>
              </a:solidFill>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内容占位符 2"/>
          <p:cNvSpPr txBox="1"/>
          <p:nvPr/>
        </p:nvSpPr>
        <p:spPr>
          <a:xfrm>
            <a:off x="949325" y="1553210"/>
            <a:ext cx="10393045" cy="4881245"/>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457200" algn="just">
              <a:lnSpc>
                <a:spcPct val="150000"/>
              </a:lnSpc>
              <a:buNone/>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object 2"/>
          <p:cNvSpPr txBox="1">
            <a:spLocks noGrp="1"/>
          </p:cNvSpPr>
          <p:nvPr/>
        </p:nvSpPr>
        <p:spPr>
          <a:xfrm>
            <a:off x="6527165" y="1628775"/>
            <a:ext cx="4815840" cy="4646930"/>
          </a:xfrm>
          <a:prstGeom prst="rect">
            <a:avLst/>
          </a:prstGeom>
        </p:spPr>
        <p:txBody>
          <a:bodyPr vert="horz" wrap="square" lIns="0" tIns="13335" rIns="0" bIns="0" rtlCol="0">
            <a:spAutoFit/>
          </a:bodyPr>
          <a:lstStyle>
            <a:lvl1pPr marL="0">
              <a:defRPr sz="1400" b="0" i="0">
                <a:solidFill>
                  <a:schemeClr val="tx1"/>
                </a:solidFill>
                <a:latin typeface="微软雅黑 Light" panose="020B0502040204020203" charset="-122"/>
                <a:ea typeface="+mn-ea"/>
                <a:cs typeface="微软雅黑 Light" panose="020B0502040204020203" charset="-122"/>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9540" indent="-116840">
              <a:lnSpc>
                <a:spcPct val="100000"/>
              </a:lnSpc>
              <a:spcBef>
                <a:spcPts val="105"/>
              </a:spcBef>
              <a:buFont typeface="Arial" panose="020B0604020202020204"/>
              <a:buChar char="•"/>
              <a:tabLst>
                <a:tab pos="130175" algn="l"/>
              </a:tabLst>
            </a:pPr>
            <a:r>
              <a:rPr sz="1800" spc="-5" dirty="0">
                <a:latin typeface="微软雅黑" panose="020B0503020204020204" pitchFamily="34" charset="-122"/>
                <a:ea typeface="微软雅黑" panose="020B0503020204020204" pitchFamily="34" charset="-122"/>
              </a:rPr>
              <a:t>陈志刚 中南大学 教授</a:t>
            </a:r>
            <a:endParaRPr sz="1800" spc="-5" dirty="0">
              <a:latin typeface="微软雅黑" panose="020B0503020204020204" pitchFamily="34" charset="-122"/>
              <a:ea typeface="微软雅黑" panose="020B0503020204020204" pitchFamily="34" charset="-122"/>
            </a:endParaRPr>
          </a:p>
          <a:p>
            <a:pPr marL="747395">
              <a:lnSpc>
                <a:spcPct val="100000"/>
              </a:lnSpc>
            </a:pPr>
            <a:r>
              <a:rPr sz="1800" spc="-5" dirty="0">
                <a:latin typeface="微软雅黑" panose="020B0503020204020204" pitchFamily="34" charset="-122"/>
                <a:ea typeface="微软雅黑" panose="020B0503020204020204" pitchFamily="34" charset="-122"/>
              </a:rPr>
              <a:t>软件工程教指委 秘书长</a:t>
            </a:r>
            <a:endParaRPr sz="1800" spc="-5" dirty="0">
              <a:latin typeface="微软雅黑" panose="020B0503020204020204" pitchFamily="34" charset="-122"/>
              <a:ea typeface="微软雅黑" panose="020B0503020204020204" pitchFamily="34" charset="-122"/>
            </a:endParaRPr>
          </a:p>
          <a:p>
            <a:pPr marL="747395" algn="l">
              <a:lnSpc>
                <a:spcPct val="100000"/>
              </a:lnSpc>
              <a:spcBef>
                <a:spcPts val="10"/>
              </a:spcBef>
              <a:buClrTx/>
              <a:buSzTx/>
              <a:buFontTx/>
            </a:pPr>
            <a:endParaRPr sz="600" spc="-5" dirty="0">
              <a:latin typeface="微软雅黑" panose="020B0503020204020204" pitchFamily="34" charset="-122"/>
              <a:ea typeface="微软雅黑" panose="020B0503020204020204" pitchFamily="34" charset="-122"/>
            </a:endParaRPr>
          </a:p>
          <a:p>
            <a:pPr marL="129540" indent="-116840">
              <a:lnSpc>
                <a:spcPct val="100000"/>
              </a:lnSpc>
              <a:buFont typeface="Arial" panose="020B0604020202020204"/>
              <a:buChar char="•"/>
              <a:tabLst>
                <a:tab pos="130175" algn="l"/>
                <a:tab pos="465455" algn="l"/>
              </a:tabLst>
            </a:pPr>
            <a:r>
              <a:rPr sz="1800" spc="-5" dirty="0">
                <a:latin typeface="微软雅黑" panose="020B0503020204020204" pitchFamily="34" charset="-122"/>
                <a:ea typeface="微软雅黑" panose="020B0503020204020204" pitchFamily="34" charset="-122"/>
              </a:rPr>
              <a:t>李	彤 云南农业大学 教授</a:t>
            </a:r>
            <a:endParaRPr sz="1800" spc="-5" dirty="0">
              <a:latin typeface="微软雅黑" panose="020B0503020204020204" pitchFamily="34" charset="-122"/>
              <a:ea typeface="微软雅黑" panose="020B0503020204020204" pitchFamily="34" charset="-122"/>
            </a:endParaRPr>
          </a:p>
          <a:p>
            <a:pPr marL="759460">
              <a:lnSpc>
                <a:spcPct val="100000"/>
              </a:lnSpc>
              <a:spcBef>
                <a:spcPts val="10"/>
              </a:spcBef>
            </a:pPr>
            <a:r>
              <a:rPr sz="1800" spc="-5" dirty="0">
                <a:latin typeface="微软雅黑" panose="020B0503020204020204" pitchFamily="34" charset="-122"/>
                <a:ea typeface="微软雅黑" panose="020B0503020204020204" pitchFamily="34" charset="-122"/>
              </a:rPr>
              <a:t>软件工程教指委 委员</a:t>
            </a:r>
            <a:endParaRPr sz="1800" spc="-5" dirty="0">
              <a:latin typeface="微软雅黑" panose="020B0503020204020204" pitchFamily="34" charset="-122"/>
              <a:ea typeface="微软雅黑" panose="020B0503020204020204" pitchFamily="34" charset="-122"/>
            </a:endParaRPr>
          </a:p>
          <a:p>
            <a:pPr marL="747395" algn="l">
              <a:lnSpc>
                <a:spcPct val="100000"/>
              </a:lnSpc>
              <a:spcBef>
                <a:spcPts val="10"/>
              </a:spcBef>
              <a:buClrTx/>
              <a:buSzTx/>
              <a:buFontTx/>
            </a:pPr>
            <a:endParaRPr sz="600" spc="-5" dirty="0">
              <a:latin typeface="微软雅黑" panose="020B0503020204020204" pitchFamily="34" charset="-122"/>
              <a:ea typeface="微软雅黑" panose="020B0503020204020204" pitchFamily="34" charset="-122"/>
            </a:endParaRPr>
          </a:p>
          <a:p>
            <a:pPr marL="129540" indent="-116840">
              <a:lnSpc>
                <a:spcPct val="100000"/>
              </a:lnSpc>
              <a:buFont typeface="Arial" panose="020B0604020202020204"/>
              <a:buChar char="•"/>
              <a:tabLst>
                <a:tab pos="130175" algn="l"/>
                <a:tab pos="465455" algn="l"/>
              </a:tabLst>
            </a:pPr>
            <a:r>
              <a:rPr sz="1800" spc="-5" dirty="0">
                <a:latin typeface="微软雅黑" panose="020B0503020204020204" pitchFamily="34" charset="-122"/>
                <a:ea typeface="微软雅黑" panose="020B0503020204020204" pitchFamily="34" charset="-122"/>
              </a:rPr>
              <a:t>洪	玫 四川大学 教授</a:t>
            </a:r>
            <a:endParaRPr sz="1800" spc="-5" dirty="0">
              <a:latin typeface="微软雅黑" panose="020B0503020204020204" pitchFamily="34" charset="-122"/>
              <a:ea typeface="微软雅黑" panose="020B0503020204020204" pitchFamily="34" charset="-122"/>
            </a:endParaRPr>
          </a:p>
          <a:p>
            <a:pPr marL="759460">
              <a:lnSpc>
                <a:spcPct val="100000"/>
              </a:lnSpc>
              <a:spcBef>
                <a:spcPts val="15"/>
              </a:spcBef>
            </a:pPr>
            <a:r>
              <a:rPr sz="1800" spc="-5" dirty="0">
                <a:latin typeface="微软雅黑" panose="020B0503020204020204" pitchFamily="34" charset="-122"/>
                <a:ea typeface="微软雅黑" panose="020B0503020204020204" pitchFamily="34" charset="-122"/>
              </a:rPr>
              <a:t>软件工程教指委 委员</a:t>
            </a:r>
            <a:endParaRPr sz="1800" spc="-5" dirty="0">
              <a:latin typeface="微软雅黑" panose="020B0503020204020204" pitchFamily="34" charset="-122"/>
              <a:ea typeface="微软雅黑" panose="020B0503020204020204" pitchFamily="34" charset="-122"/>
            </a:endParaRPr>
          </a:p>
          <a:p>
            <a:pPr marL="747395" algn="l">
              <a:lnSpc>
                <a:spcPct val="100000"/>
              </a:lnSpc>
              <a:spcBef>
                <a:spcPts val="10"/>
              </a:spcBef>
              <a:buClrTx/>
              <a:buSzTx/>
              <a:buFontTx/>
            </a:pPr>
            <a:endParaRPr sz="600" spc="-5" dirty="0">
              <a:latin typeface="微软雅黑" panose="020B0503020204020204" pitchFamily="34" charset="-122"/>
              <a:ea typeface="微软雅黑" panose="020B0503020204020204" pitchFamily="34" charset="-122"/>
            </a:endParaRPr>
          </a:p>
          <a:p>
            <a:pPr marL="129540" indent="-116840">
              <a:lnSpc>
                <a:spcPct val="100000"/>
              </a:lnSpc>
              <a:buFont typeface="Arial" panose="020B0604020202020204"/>
              <a:buChar char="•"/>
              <a:tabLst>
                <a:tab pos="130175" algn="l"/>
              </a:tabLst>
            </a:pPr>
            <a:r>
              <a:rPr sz="1800" spc="-5" dirty="0">
                <a:latin typeface="微软雅黑" panose="020B0503020204020204" pitchFamily="34" charset="-122"/>
                <a:ea typeface="微软雅黑" panose="020B0503020204020204" pitchFamily="34" charset="-122"/>
              </a:rPr>
              <a:t>臧斌宇 上海交通大学 教授</a:t>
            </a:r>
            <a:endParaRPr sz="1800" spc="-5" dirty="0">
              <a:latin typeface="微软雅黑" panose="020B0503020204020204" pitchFamily="34" charset="-122"/>
              <a:ea typeface="微软雅黑" panose="020B0503020204020204" pitchFamily="34" charset="-122"/>
            </a:endParaRPr>
          </a:p>
          <a:p>
            <a:pPr marL="759460">
              <a:lnSpc>
                <a:spcPct val="100000"/>
              </a:lnSpc>
              <a:spcBef>
                <a:spcPts val="10"/>
              </a:spcBef>
            </a:pPr>
            <a:r>
              <a:rPr sz="1800" spc="-5" dirty="0">
                <a:latin typeface="微软雅黑" panose="020B0503020204020204" pitchFamily="34" charset="-122"/>
                <a:ea typeface="微软雅黑" panose="020B0503020204020204" pitchFamily="34" charset="-122"/>
              </a:rPr>
              <a:t>软件工程教指委 委员</a:t>
            </a:r>
            <a:endParaRPr sz="1800" spc="-5" dirty="0">
              <a:latin typeface="微软雅黑" panose="020B0503020204020204" pitchFamily="34" charset="-122"/>
              <a:ea typeface="微软雅黑" panose="020B0503020204020204" pitchFamily="34" charset="-122"/>
            </a:endParaRPr>
          </a:p>
          <a:p>
            <a:pPr marL="747395" algn="l">
              <a:lnSpc>
                <a:spcPct val="100000"/>
              </a:lnSpc>
              <a:spcBef>
                <a:spcPts val="10"/>
              </a:spcBef>
              <a:buClrTx/>
              <a:buSzTx/>
              <a:buFontTx/>
            </a:pPr>
            <a:endParaRPr sz="600" spc="-5" dirty="0">
              <a:latin typeface="微软雅黑" panose="020B0503020204020204" pitchFamily="34" charset="-122"/>
              <a:ea typeface="微软雅黑" panose="020B0503020204020204" pitchFamily="34" charset="-122"/>
            </a:endParaRPr>
          </a:p>
          <a:p>
            <a:pPr marL="129540" indent="-116840">
              <a:lnSpc>
                <a:spcPct val="100000"/>
              </a:lnSpc>
              <a:buFont typeface="Arial" panose="020B0604020202020204"/>
              <a:buChar char="•"/>
              <a:tabLst>
                <a:tab pos="130175" algn="l"/>
              </a:tabLst>
            </a:pPr>
            <a:r>
              <a:rPr sz="1800" spc="-5" dirty="0">
                <a:latin typeface="微软雅黑" panose="020B0503020204020204" pitchFamily="34" charset="-122"/>
                <a:ea typeface="微软雅黑" panose="020B0503020204020204" pitchFamily="34" charset="-122"/>
              </a:rPr>
              <a:t>赵文耘 复旦大学 教授</a:t>
            </a:r>
            <a:endParaRPr sz="1800" spc="-5" dirty="0">
              <a:latin typeface="微软雅黑" panose="020B0503020204020204" pitchFamily="34" charset="-122"/>
              <a:ea typeface="微软雅黑" panose="020B0503020204020204" pitchFamily="34" charset="-122"/>
            </a:endParaRPr>
          </a:p>
          <a:p>
            <a:pPr marL="759460">
              <a:lnSpc>
                <a:spcPct val="100000"/>
              </a:lnSpc>
              <a:spcBef>
                <a:spcPts val="5"/>
              </a:spcBef>
            </a:pPr>
            <a:r>
              <a:rPr sz="1800" spc="-5" dirty="0">
                <a:latin typeface="微软雅黑" panose="020B0503020204020204" pitchFamily="34" charset="-122"/>
                <a:ea typeface="微软雅黑" panose="020B0503020204020204" pitchFamily="34" charset="-122"/>
              </a:rPr>
              <a:t>软件工程教指委 委员</a:t>
            </a:r>
            <a:endParaRPr sz="1800" spc="-5" dirty="0">
              <a:latin typeface="微软雅黑" panose="020B0503020204020204" pitchFamily="34" charset="-122"/>
              <a:ea typeface="微软雅黑" panose="020B0503020204020204" pitchFamily="34" charset="-122"/>
            </a:endParaRPr>
          </a:p>
          <a:p>
            <a:pPr marL="747395" algn="l">
              <a:lnSpc>
                <a:spcPct val="100000"/>
              </a:lnSpc>
              <a:spcBef>
                <a:spcPts val="10"/>
              </a:spcBef>
              <a:buClrTx/>
              <a:buSzTx/>
              <a:buFontTx/>
            </a:pPr>
            <a:endParaRPr sz="600" spc="-5" dirty="0">
              <a:latin typeface="微软雅黑" panose="020B0503020204020204" pitchFamily="34" charset="-122"/>
              <a:ea typeface="微软雅黑" panose="020B0503020204020204" pitchFamily="34" charset="-122"/>
            </a:endParaRPr>
          </a:p>
          <a:p>
            <a:pPr marL="129540" indent="-116840">
              <a:lnSpc>
                <a:spcPct val="100000"/>
              </a:lnSpc>
              <a:buFont typeface="Arial" panose="020B0604020202020204"/>
              <a:buChar char="•"/>
              <a:tabLst>
                <a:tab pos="130175" algn="l"/>
                <a:tab pos="465455" algn="l"/>
              </a:tabLst>
            </a:pPr>
            <a:r>
              <a:rPr sz="1800" spc="-5" dirty="0">
                <a:latin typeface="微软雅黑" panose="020B0503020204020204" pitchFamily="34" charset="-122"/>
                <a:ea typeface="微软雅黑" panose="020B0503020204020204" pitchFamily="34" charset="-122"/>
              </a:rPr>
              <a:t>王	戟 国防科学与技术大学 教授</a:t>
            </a:r>
            <a:endParaRPr sz="1800" spc="-5" dirty="0">
              <a:latin typeface="微软雅黑" panose="020B0503020204020204" pitchFamily="34" charset="-122"/>
              <a:ea typeface="微软雅黑" panose="020B0503020204020204" pitchFamily="34" charset="-122"/>
            </a:endParaRPr>
          </a:p>
          <a:p>
            <a:pPr marL="747395" algn="l" defTabSz="914400">
              <a:lnSpc>
                <a:spcPct val="100000"/>
              </a:lnSpc>
              <a:spcBef>
                <a:spcPts val="10"/>
              </a:spcBef>
              <a:buClrTx/>
              <a:buSzTx/>
              <a:buFontTx/>
            </a:pPr>
            <a:endParaRPr sz="600" spc="-5" dirty="0">
              <a:latin typeface="微软雅黑" panose="020B0503020204020204" pitchFamily="34" charset="-122"/>
              <a:ea typeface="微软雅黑" panose="020B0503020204020204" pitchFamily="34" charset="-122"/>
            </a:endParaRPr>
          </a:p>
          <a:p>
            <a:pPr marL="129540" indent="-116840">
              <a:lnSpc>
                <a:spcPct val="100000"/>
              </a:lnSpc>
              <a:spcBef>
                <a:spcPts val="10"/>
              </a:spcBef>
              <a:buFont typeface="Arial" panose="020B0604020202020204"/>
              <a:buChar char="•"/>
              <a:tabLst>
                <a:tab pos="130175" algn="l"/>
              </a:tabLst>
            </a:pPr>
            <a:r>
              <a:rPr sz="1800" spc="-5" dirty="0">
                <a:latin typeface="微软雅黑" panose="020B0503020204020204" pitchFamily="34" charset="-122"/>
                <a:ea typeface="微软雅黑" panose="020B0503020204020204" pitchFamily="34" charset="-122"/>
              </a:rPr>
              <a:t>徐宝文 南京大学 教授</a:t>
            </a:r>
            <a:endParaRPr sz="1800" spc="-5" dirty="0">
              <a:latin typeface="微软雅黑" panose="020B0503020204020204" pitchFamily="34" charset="-122"/>
              <a:ea typeface="微软雅黑" panose="020B0503020204020204" pitchFamily="34" charset="-122"/>
            </a:endParaRPr>
          </a:p>
          <a:p>
            <a:pPr marL="747395" algn="l" defTabSz="914400">
              <a:lnSpc>
                <a:spcPct val="100000"/>
              </a:lnSpc>
              <a:spcBef>
                <a:spcPts val="10"/>
              </a:spcBef>
              <a:buClrTx/>
              <a:buSzTx/>
              <a:buFontTx/>
            </a:pPr>
            <a:endParaRPr sz="600" spc="-5" dirty="0">
              <a:latin typeface="微软雅黑" panose="020B0503020204020204" pitchFamily="34" charset="-122"/>
              <a:ea typeface="微软雅黑" panose="020B0503020204020204" pitchFamily="34" charset="-122"/>
            </a:endParaRPr>
          </a:p>
          <a:p>
            <a:pPr marL="129540" indent="-116840">
              <a:lnSpc>
                <a:spcPct val="100000"/>
              </a:lnSpc>
              <a:buFont typeface="Arial" panose="020B0604020202020204"/>
              <a:buChar char="•"/>
              <a:tabLst>
                <a:tab pos="130175" algn="l"/>
                <a:tab pos="465455" algn="l"/>
              </a:tabLst>
            </a:pPr>
            <a:r>
              <a:rPr sz="1800" spc="-5" dirty="0">
                <a:latin typeface="微软雅黑" panose="020B0503020204020204" pitchFamily="34" charset="-122"/>
                <a:ea typeface="微软雅黑" panose="020B0503020204020204" pitchFamily="34" charset="-122"/>
              </a:rPr>
              <a:t>张	健 中国科学院软件所 研究员</a:t>
            </a:r>
            <a:endParaRPr sz="1800" spc="-5" dirty="0">
              <a:latin typeface="微软雅黑" panose="020B0503020204020204" pitchFamily="34" charset="-122"/>
              <a:ea typeface="微软雅黑" panose="020B0503020204020204" pitchFamily="34" charset="-122"/>
            </a:endParaRPr>
          </a:p>
          <a:p>
            <a:pPr marL="747395" algn="l" defTabSz="914400">
              <a:lnSpc>
                <a:spcPct val="100000"/>
              </a:lnSpc>
              <a:spcBef>
                <a:spcPts val="10"/>
              </a:spcBef>
              <a:buClrTx/>
              <a:buSzTx/>
              <a:buFontTx/>
            </a:pPr>
            <a:endParaRPr sz="600" spc="-5" dirty="0">
              <a:latin typeface="微软雅黑" panose="020B0503020204020204" pitchFamily="34" charset="-122"/>
              <a:ea typeface="微软雅黑" panose="020B0503020204020204" pitchFamily="34" charset="-122"/>
            </a:endParaRPr>
          </a:p>
          <a:p>
            <a:pPr marL="129540" indent="-116840">
              <a:lnSpc>
                <a:spcPct val="100000"/>
              </a:lnSpc>
              <a:spcBef>
                <a:spcPts val="5"/>
              </a:spcBef>
              <a:buFont typeface="Arial" panose="020B0604020202020204"/>
              <a:buChar char="•"/>
              <a:tabLst>
                <a:tab pos="130175" algn="l"/>
              </a:tabLst>
            </a:pPr>
            <a:r>
              <a:rPr sz="1800" spc="-5" dirty="0">
                <a:latin typeface="微软雅黑" panose="020B0503020204020204" pitchFamily="34" charset="-122"/>
                <a:ea typeface="微软雅黑" panose="020B0503020204020204" pitchFamily="34" charset="-122"/>
              </a:rPr>
              <a:t>Eric Wong 德州大学达拉斯分校 教授</a:t>
            </a:r>
            <a:endParaRPr sz="1800" spc="-5" dirty="0">
              <a:latin typeface="微软雅黑" panose="020B0503020204020204" pitchFamily="34" charset="-122"/>
              <a:ea typeface="微软雅黑" panose="020B0503020204020204" pitchFamily="34" charset="-122"/>
            </a:endParaRPr>
          </a:p>
        </p:txBody>
      </p:sp>
      <p:sp>
        <p:nvSpPr>
          <p:cNvPr id="4" name="object 4"/>
          <p:cNvSpPr txBox="1">
            <a:spLocks noGrp="1"/>
          </p:cNvSpPr>
          <p:nvPr/>
        </p:nvSpPr>
        <p:spPr>
          <a:xfrm>
            <a:off x="1179195" y="1625600"/>
            <a:ext cx="4830445" cy="4782185"/>
          </a:xfrm>
          <a:prstGeom prst="rect">
            <a:avLst/>
          </a:prstGeom>
        </p:spPr>
        <p:txBody>
          <a:bodyPr vert="horz" wrap="square" lIns="0" tIns="13335" rIns="0" bIns="0" rtlCol="0">
            <a:spAutoFit/>
          </a:bodyPr>
          <a:lstStyle>
            <a:lvl1pPr marL="0">
              <a:defRPr sz="1400" b="0" i="0">
                <a:solidFill>
                  <a:srgbClr val="0076CA"/>
                </a:solidFill>
                <a:latin typeface="微软雅黑 Light" panose="020B0502040204020203" charset="-122"/>
                <a:ea typeface="+mn-ea"/>
                <a:cs typeface="微软雅黑 Light" panose="020B0502040204020203" charset="-122"/>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lnSpc>
                <a:spcPct val="100000"/>
              </a:lnSpc>
              <a:spcBef>
                <a:spcPts val="105"/>
              </a:spcBef>
            </a:pPr>
            <a:r>
              <a:rPr sz="2000" spc="10" dirty="0">
                <a:latin typeface="微软雅黑" panose="020B0503020204020204" pitchFamily="34" charset="-122"/>
                <a:ea typeface="微软雅黑" panose="020B0503020204020204" pitchFamily="34" charset="-122"/>
                <a:cs typeface="微软雅黑" panose="020B0503020204020204" pitchFamily="34" charset="-122"/>
              </a:rPr>
              <a:t>主任</a:t>
            </a:r>
            <a:endParaRPr sz="2000" spc="10" dirty="0">
              <a:latin typeface="微软雅黑" panose="020B0503020204020204" pitchFamily="34" charset="-122"/>
              <a:ea typeface="微软雅黑" panose="020B0503020204020204" pitchFamily="34" charset="-122"/>
              <a:cs typeface="微软雅黑" panose="020B0503020204020204" pitchFamily="34" charset="-122"/>
            </a:endParaRPr>
          </a:p>
          <a:p>
            <a:pPr marL="363220" lvl="1" indent="-117475" algn="l">
              <a:lnSpc>
                <a:spcPct val="100000"/>
              </a:lnSpc>
              <a:spcBef>
                <a:spcPts val="565"/>
              </a:spcBef>
              <a:buClrTx/>
              <a:buSzTx/>
              <a:buFont typeface="Arial" panose="020B0604020202020204"/>
              <a:buChar char="•"/>
              <a:tabLst>
                <a:tab pos="363220" algn="l"/>
              </a:tabLst>
            </a:pPr>
            <a:r>
              <a:rPr sz="1800" spc="-5" dirty="0">
                <a:latin typeface="微软雅黑" panose="020B0503020204020204" pitchFamily="34" charset="-122"/>
                <a:ea typeface="微软雅黑" panose="020B0503020204020204" pitchFamily="34" charset="-122"/>
                <a:cs typeface="微软雅黑 Light" panose="020B0502040204020203" charset="-122"/>
              </a:rPr>
              <a:t>吕	建 南京大学 教授</a:t>
            </a:r>
            <a:r>
              <a:rPr lang="en-US" sz="1800" spc="-5" dirty="0">
                <a:latin typeface="微软雅黑" panose="020B0503020204020204" pitchFamily="34" charset="-122"/>
                <a:ea typeface="微软雅黑" panose="020B0503020204020204" pitchFamily="34" charset="-122"/>
                <a:cs typeface="微软雅黑 Light" panose="020B0502040204020203" charset="-122"/>
              </a:rPr>
              <a:t>  </a:t>
            </a:r>
            <a:r>
              <a:rPr sz="1800" spc="-5" dirty="0">
                <a:latin typeface="微软雅黑" panose="020B0503020204020204" pitchFamily="34" charset="-122"/>
                <a:ea typeface="微软雅黑" panose="020B0503020204020204" pitchFamily="34" charset="-122"/>
                <a:cs typeface="微软雅黑 Light" panose="020B0502040204020203" charset="-122"/>
              </a:rPr>
              <a:t>中国科学院院士</a:t>
            </a:r>
            <a:endParaRPr sz="1800" spc="-5" dirty="0">
              <a:latin typeface="微软雅黑" panose="020B0503020204020204" pitchFamily="34" charset="-122"/>
              <a:ea typeface="微软雅黑" panose="020B0503020204020204" pitchFamily="34" charset="-122"/>
              <a:cs typeface="微软雅黑 Light" panose="020B0502040204020203" charset="-122"/>
            </a:endParaRPr>
          </a:p>
          <a:p>
            <a:pPr marL="12700">
              <a:lnSpc>
                <a:spcPct val="100000"/>
              </a:lnSpc>
            </a:pPr>
            <a:r>
              <a:rPr sz="2000" spc="10" dirty="0">
                <a:solidFill>
                  <a:srgbClr val="006FC0"/>
                </a:solidFill>
                <a:latin typeface="微软雅黑" panose="020B0503020204020204" pitchFamily="34" charset="-122"/>
                <a:ea typeface="微软雅黑" panose="020B0503020204020204" pitchFamily="34" charset="-122"/>
                <a:cs typeface="微软雅黑" panose="020B0503020204020204" pitchFamily="34" charset="-122"/>
              </a:rPr>
              <a:t>副主任</a:t>
            </a:r>
            <a:endParaRPr sz="2000" spc="10" dirty="0">
              <a:solidFill>
                <a:srgbClr val="006FC0"/>
              </a:solidFill>
              <a:latin typeface="微软雅黑" panose="020B0503020204020204" pitchFamily="34" charset="-122"/>
              <a:ea typeface="微软雅黑" panose="020B0503020204020204" pitchFamily="34" charset="-122"/>
              <a:cs typeface="微软雅黑" panose="020B0503020204020204" pitchFamily="34" charset="-122"/>
            </a:endParaRPr>
          </a:p>
          <a:p>
            <a:pPr marL="363220" lvl="1" indent="-117475" algn="l">
              <a:lnSpc>
                <a:spcPct val="100000"/>
              </a:lnSpc>
              <a:spcBef>
                <a:spcPts val="565"/>
              </a:spcBef>
              <a:buClrTx/>
              <a:buSzTx/>
              <a:buFont typeface="Arial" panose="020B0604020202020204"/>
              <a:buChar char="•"/>
              <a:tabLst>
                <a:tab pos="363220" algn="l"/>
              </a:tabLst>
            </a:pPr>
            <a:r>
              <a:rPr sz="1800" spc="-5" dirty="0">
                <a:latin typeface="微软雅黑" panose="020B0503020204020204" pitchFamily="34" charset="-122"/>
                <a:ea typeface="微软雅黑" panose="020B0503020204020204" pitchFamily="34" charset="-122"/>
                <a:cs typeface="微软雅黑 Light" panose="020B0502040204020203" charset="-122"/>
              </a:rPr>
              <a:t>骆	斌 南京大学 教授</a:t>
            </a:r>
            <a:r>
              <a:rPr lang="en-US" sz="1800" spc="-5" dirty="0">
                <a:latin typeface="微软雅黑" panose="020B0503020204020204" pitchFamily="34" charset="-122"/>
                <a:ea typeface="微软雅黑" panose="020B0503020204020204" pitchFamily="34" charset="-122"/>
                <a:cs typeface="微软雅黑 Light" panose="020B0502040204020203" charset="-122"/>
              </a:rPr>
              <a:t>  </a:t>
            </a:r>
            <a:endParaRPr lang="en-US" sz="1800" spc="-5" dirty="0">
              <a:latin typeface="微软雅黑" panose="020B0503020204020204" pitchFamily="34" charset="-122"/>
              <a:ea typeface="微软雅黑" panose="020B0503020204020204" pitchFamily="34" charset="-122"/>
              <a:cs typeface="微软雅黑 Light" panose="020B0502040204020203" charset="-122"/>
            </a:endParaRPr>
          </a:p>
          <a:p>
            <a:pPr marL="245745" lvl="1" indent="0" algn="l">
              <a:lnSpc>
                <a:spcPct val="100000"/>
              </a:lnSpc>
              <a:spcBef>
                <a:spcPts val="565"/>
              </a:spcBef>
              <a:buClrTx/>
              <a:buSzTx/>
              <a:buFont typeface="Arial" panose="020B0604020202020204"/>
              <a:buNone/>
              <a:tabLst>
                <a:tab pos="363220" algn="l"/>
              </a:tabLst>
            </a:pPr>
            <a:r>
              <a:rPr lang="en-US" sz="1800" spc="-5" dirty="0">
                <a:latin typeface="微软雅黑" panose="020B0503020204020204" pitchFamily="34" charset="-122"/>
                <a:ea typeface="微软雅黑" panose="020B0503020204020204" pitchFamily="34" charset="-122"/>
                <a:cs typeface="微软雅黑 Light" panose="020B0502040204020203" charset="-122"/>
              </a:rPr>
              <a:t>              </a:t>
            </a:r>
            <a:r>
              <a:rPr sz="1800" spc="-5" dirty="0">
                <a:latin typeface="微软雅黑" panose="020B0503020204020204" pitchFamily="34" charset="-122"/>
                <a:ea typeface="微软雅黑" panose="020B0503020204020204" pitchFamily="34" charset="-122"/>
                <a:cs typeface="微软雅黑 Light" panose="020B0502040204020203" charset="-122"/>
              </a:rPr>
              <a:t>软件工程教指委 副主任</a:t>
            </a:r>
            <a:endParaRPr sz="1800" spc="-5" dirty="0">
              <a:latin typeface="微软雅黑" panose="020B0503020204020204" pitchFamily="34" charset="-122"/>
              <a:ea typeface="微软雅黑" panose="020B0503020204020204" pitchFamily="34" charset="-122"/>
              <a:cs typeface="微软雅黑 Light" panose="020B0502040204020203" charset="-122"/>
            </a:endParaRPr>
          </a:p>
          <a:p>
            <a:pPr marL="363220" lvl="1" indent="-117475" algn="l">
              <a:lnSpc>
                <a:spcPct val="100000"/>
              </a:lnSpc>
              <a:spcBef>
                <a:spcPts val="565"/>
              </a:spcBef>
              <a:buClrTx/>
              <a:buSzTx/>
              <a:buFont typeface="Arial" panose="020B0604020202020204"/>
              <a:buChar char="•"/>
              <a:tabLst>
                <a:tab pos="363220" algn="l"/>
              </a:tabLst>
            </a:pPr>
            <a:r>
              <a:rPr sz="1800" spc="-5" dirty="0">
                <a:latin typeface="微软雅黑" panose="020B0503020204020204" pitchFamily="34" charset="-122"/>
                <a:ea typeface="微软雅黑" panose="020B0503020204020204" pitchFamily="34" charset="-122"/>
                <a:cs typeface="微软雅黑 Light" panose="020B0502040204020203" charset="-122"/>
              </a:rPr>
              <a:t>杨根兴 中国软件测评机构联盟 </a:t>
            </a:r>
            <a:endParaRPr sz="1800" spc="-5" dirty="0">
              <a:latin typeface="微软雅黑" panose="020B0503020204020204" pitchFamily="34" charset="-122"/>
              <a:ea typeface="微软雅黑" panose="020B0503020204020204" pitchFamily="34" charset="-122"/>
              <a:cs typeface="微软雅黑 Light" panose="020B0502040204020203" charset="-122"/>
            </a:endParaRPr>
          </a:p>
          <a:p>
            <a:pPr marL="245745" lvl="1" indent="0" algn="l">
              <a:lnSpc>
                <a:spcPct val="100000"/>
              </a:lnSpc>
              <a:spcBef>
                <a:spcPts val="565"/>
              </a:spcBef>
              <a:buClrTx/>
              <a:buSzTx/>
              <a:buFont typeface="Arial" panose="020B0604020202020204"/>
              <a:buNone/>
              <a:tabLst>
                <a:tab pos="363220" algn="l"/>
              </a:tabLst>
            </a:pPr>
            <a:r>
              <a:rPr lang="en-US" sz="1800" spc="-5" dirty="0">
                <a:latin typeface="微软雅黑" panose="020B0503020204020204" pitchFamily="34" charset="-122"/>
                <a:ea typeface="微软雅黑" panose="020B0503020204020204" pitchFamily="34" charset="-122"/>
                <a:cs typeface="微软雅黑 Light" panose="020B0502040204020203" charset="-122"/>
              </a:rPr>
              <a:t>             </a:t>
            </a:r>
            <a:r>
              <a:rPr sz="1800" spc="-5" dirty="0">
                <a:latin typeface="微软雅黑" panose="020B0503020204020204" pitchFamily="34" charset="-122"/>
                <a:ea typeface="微软雅黑" panose="020B0503020204020204" pitchFamily="34" charset="-122"/>
                <a:cs typeface="微软雅黑 Light" panose="020B0502040204020203" charset="-122"/>
              </a:rPr>
              <a:t>常务副理事长</a:t>
            </a:r>
            <a:endParaRPr sz="1800" spc="-5" dirty="0">
              <a:latin typeface="微软雅黑" panose="020B0503020204020204" pitchFamily="34" charset="-122"/>
              <a:ea typeface="微软雅黑" panose="020B0503020204020204" pitchFamily="34" charset="-122"/>
              <a:cs typeface="微软雅黑 Light" panose="020B0502040204020203" charset="-122"/>
            </a:endParaRPr>
          </a:p>
          <a:p>
            <a:pPr marL="12700">
              <a:lnSpc>
                <a:spcPct val="100000"/>
              </a:lnSpc>
              <a:spcBef>
                <a:spcPts val="15"/>
              </a:spcBef>
            </a:pPr>
            <a:r>
              <a:rPr sz="2000" spc="10" dirty="0">
                <a:solidFill>
                  <a:srgbClr val="006FC0"/>
                </a:solidFill>
                <a:latin typeface="微软雅黑" panose="020B0503020204020204" pitchFamily="34" charset="-122"/>
                <a:ea typeface="微软雅黑" panose="020B0503020204020204" pitchFamily="34" charset="-122"/>
                <a:cs typeface="微软雅黑" panose="020B0503020204020204" pitchFamily="34" charset="-122"/>
              </a:rPr>
              <a:t>委员</a:t>
            </a:r>
            <a:endParaRPr sz="2000" spc="10" dirty="0">
              <a:solidFill>
                <a:srgbClr val="006FC0"/>
              </a:solidFill>
              <a:latin typeface="微软雅黑" panose="020B0503020204020204" pitchFamily="34" charset="-122"/>
              <a:ea typeface="微软雅黑" panose="020B0503020204020204" pitchFamily="34" charset="-122"/>
              <a:cs typeface="微软雅黑" panose="020B0503020204020204" pitchFamily="34" charset="-122"/>
            </a:endParaRPr>
          </a:p>
          <a:p>
            <a:pPr marL="363220" lvl="1" indent="-117475" algn="l">
              <a:lnSpc>
                <a:spcPct val="100000"/>
              </a:lnSpc>
              <a:spcBef>
                <a:spcPts val="565"/>
              </a:spcBef>
              <a:buClrTx/>
              <a:buSzTx/>
              <a:buFont typeface="Arial" panose="020B0604020202020204"/>
              <a:buChar char="•"/>
              <a:tabLst>
                <a:tab pos="363220" algn="l"/>
              </a:tabLst>
            </a:pPr>
            <a:r>
              <a:rPr sz="1800" spc="-5" dirty="0">
                <a:latin typeface="微软雅黑" panose="020B0503020204020204" pitchFamily="34" charset="-122"/>
                <a:ea typeface="微软雅黑" panose="020B0503020204020204" pitchFamily="34" charset="-122"/>
                <a:cs typeface="微软雅黑 Light" panose="020B0502040204020203" charset="-122"/>
              </a:rPr>
              <a:t>李宣东 </a:t>
            </a:r>
            <a:r>
              <a:rPr lang="en-US" sz="1800" spc="-5" dirty="0">
                <a:latin typeface="微软雅黑" panose="020B0503020204020204" pitchFamily="34" charset="-122"/>
                <a:ea typeface="微软雅黑" panose="020B0503020204020204" pitchFamily="34" charset="-122"/>
                <a:cs typeface="微软雅黑 Light" panose="020B0502040204020203" charset="-122"/>
              </a:rPr>
              <a:t> </a:t>
            </a:r>
            <a:r>
              <a:rPr sz="1800" spc="-5" dirty="0">
                <a:latin typeface="微软雅黑" panose="020B0503020204020204" pitchFamily="34" charset="-122"/>
                <a:ea typeface="微软雅黑" panose="020B0503020204020204" pitchFamily="34" charset="-122"/>
                <a:cs typeface="微软雅黑 Light" panose="020B0502040204020203" charset="-122"/>
              </a:rPr>
              <a:t>南京大学 教授</a:t>
            </a:r>
            <a:r>
              <a:rPr lang="en-US" sz="1800" spc="-5" dirty="0">
                <a:latin typeface="微软雅黑" panose="020B0503020204020204" pitchFamily="34" charset="-122"/>
                <a:ea typeface="微软雅黑" panose="020B0503020204020204" pitchFamily="34" charset="-122"/>
                <a:cs typeface="微软雅黑 Light" panose="020B0502040204020203" charset="-122"/>
              </a:rPr>
              <a:t>  </a:t>
            </a:r>
            <a:endParaRPr lang="en-US" sz="1800" spc="-5" dirty="0">
              <a:latin typeface="微软雅黑" panose="020B0503020204020204" pitchFamily="34" charset="-122"/>
              <a:ea typeface="微软雅黑" panose="020B0503020204020204" pitchFamily="34" charset="-122"/>
              <a:cs typeface="微软雅黑 Light" panose="020B0502040204020203" charset="-122"/>
            </a:endParaRPr>
          </a:p>
          <a:p>
            <a:pPr marL="245745" lvl="1" indent="0" algn="l">
              <a:lnSpc>
                <a:spcPct val="100000"/>
              </a:lnSpc>
              <a:spcBef>
                <a:spcPts val="565"/>
              </a:spcBef>
              <a:buClrTx/>
              <a:buSzTx/>
              <a:buFont typeface="Arial" panose="020B0604020202020204"/>
              <a:buNone/>
              <a:tabLst>
                <a:tab pos="363220" algn="l"/>
              </a:tabLst>
            </a:pPr>
            <a:r>
              <a:rPr lang="en-US" sz="1800" spc="-5" dirty="0">
                <a:latin typeface="微软雅黑" panose="020B0503020204020204" pitchFamily="34" charset="-122"/>
                <a:ea typeface="微软雅黑" panose="020B0503020204020204" pitchFamily="34" charset="-122"/>
                <a:cs typeface="微软雅黑 Light" panose="020B0502040204020203" charset="-122"/>
              </a:rPr>
              <a:t>              </a:t>
            </a:r>
            <a:r>
              <a:rPr sz="1800" spc="-5" dirty="0">
                <a:latin typeface="微软雅黑" panose="020B0503020204020204" pitchFamily="34" charset="-122"/>
                <a:ea typeface="微软雅黑" panose="020B0503020204020204" pitchFamily="34" charset="-122"/>
                <a:cs typeface="微软雅黑 Light" panose="020B0502040204020203" charset="-122"/>
              </a:rPr>
              <a:t>CCF软件工程专委主任</a:t>
            </a:r>
            <a:endParaRPr sz="1800" spc="-5" dirty="0">
              <a:latin typeface="微软雅黑" panose="020B0503020204020204" pitchFamily="34" charset="-122"/>
              <a:ea typeface="微软雅黑" panose="020B0503020204020204" pitchFamily="34" charset="-122"/>
              <a:cs typeface="微软雅黑 Light" panose="020B0502040204020203" charset="-122"/>
            </a:endParaRPr>
          </a:p>
          <a:p>
            <a:pPr marL="363220" lvl="1" indent="-117475" algn="l">
              <a:lnSpc>
                <a:spcPct val="100000"/>
              </a:lnSpc>
              <a:spcBef>
                <a:spcPts val="565"/>
              </a:spcBef>
              <a:buClrTx/>
              <a:buSzTx/>
              <a:buFont typeface="Arial" panose="020B0604020202020204"/>
              <a:buChar char="•"/>
              <a:tabLst>
                <a:tab pos="363220" algn="l"/>
              </a:tabLst>
            </a:pPr>
            <a:r>
              <a:rPr sz="1800" spc="-5" dirty="0">
                <a:latin typeface="微软雅黑" panose="020B0503020204020204" pitchFamily="34" charset="-122"/>
                <a:ea typeface="微软雅黑" panose="020B0503020204020204" pitchFamily="34" charset="-122"/>
                <a:cs typeface="微软雅黑 Light" panose="020B0502040204020203" charset="-122"/>
              </a:rPr>
              <a:t>金	芝 北京大学 教授</a:t>
            </a:r>
            <a:r>
              <a:rPr lang="en-US" sz="1800" spc="-5" dirty="0">
                <a:latin typeface="微软雅黑" panose="020B0503020204020204" pitchFamily="34" charset="-122"/>
                <a:ea typeface="微软雅黑" panose="020B0503020204020204" pitchFamily="34" charset="-122"/>
                <a:cs typeface="微软雅黑 Light" panose="020B0502040204020203" charset="-122"/>
              </a:rPr>
              <a:t>  </a:t>
            </a:r>
            <a:endParaRPr lang="en-US" sz="1800" spc="-5" dirty="0">
              <a:latin typeface="微软雅黑" panose="020B0503020204020204" pitchFamily="34" charset="-122"/>
              <a:ea typeface="微软雅黑" panose="020B0503020204020204" pitchFamily="34" charset="-122"/>
              <a:cs typeface="微软雅黑 Light" panose="020B0502040204020203" charset="-122"/>
            </a:endParaRPr>
          </a:p>
          <a:p>
            <a:pPr marL="245745" lvl="1" indent="0" algn="l">
              <a:lnSpc>
                <a:spcPct val="100000"/>
              </a:lnSpc>
              <a:spcBef>
                <a:spcPts val="565"/>
              </a:spcBef>
              <a:buClrTx/>
              <a:buSzTx/>
              <a:buFont typeface="Arial" panose="020B0604020202020204"/>
              <a:buNone/>
              <a:tabLst>
                <a:tab pos="363220" algn="l"/>
              </a:tabLst>
            </a:pPr>
            <a:r>
              <a:rPr lang="en-US" sz="1800" spc="-5" dirty="0">
                <a:latin typeface="微软雅黑" panose="020B0503020204020204" pitchFamily="34" charset="-122"/>
                <a:ea typeface="微软雅黑" panose="020B0503020204020204" pitchFamily="34" charset="-122"/>
                <a:cs typeface="微软雅黑 Light" panose="020B0502040204020203" charset="-122"/>
              </a:rPr>
              <a:t>              </a:t>
            </a:r>
            <a:r>
              <a:rPr sz="1800" spc="-5" dirty="0">
                <a:latin typeface="微软雅黑" panose="020B0503020204020204" pitchFamily="34" charset="-122"/>
                <a:ea typeface="微软雅黑" panose="020B0503020204020204" pitchFamily="34" charset="-122"/>
                <a:cs typeface="微软雅黑 Light" panose="020B0502040204020203" charset="-122"/>
              </a:rPr>
              <a:t>CCF系统软件专委主任</a:t>
            </a:r>
            <a:endParaRPr sz="1800" spc="-5" dirty="0">
              <a:latin typeface="微软雅黑" panose="020B0503020204020204" pitchFamily="34" charset="-122"/>
              <a:ea typeface="微软雅黑" panose="020B0503020204020204" pitchFamily="34" charset="-122"/>
              <a:cs typeface="微软雅黑 Light" panose="020B0502040204020203" charset="-122"/>
            </a:endParaRPr>
          </a:p>
          <a:p>
            <a:pPr marL="363220" lvl="1" indent="-117475" algn="l">
              <a:lnSpc>
                <a:spcPct val="100000"/>
              </a:lnSpc>
              <a:spcBef>
                <a:spcPts val="565"/>
              </a:spcBef>
              <a:buClrTx/>
              <a:buSzTx/>
              <a:buFont typeface="Arial" panose="020B0604020202020204"/>
              <a:buChar char="•"/>
              <a:tabLst>
                <a:tab pos="363220" algn="l"/>
              </a:tabLst>
            </a:pPr>
            <a:r>
              <a:rPr sz="1800" spc="-5" dirty="0">
                <a:latin typeface="微软雅黑" panose="020B0503020204020204" pitchFamily="34" charset="-122"/>
                <a:ea typeface="微软雅黑" panose="020B0503020204020204" pitchFamily="34" charset="-122"/>
                <a:cs typeface="微软雅黑 Light" panose="020B0502040204020203" charset="-122"/>
              </a:rPr>
              <a:t>黄	松 陆军工程大学 教授</a:t>
            </a:r>
            <a:r>
              <a:rPr lang="en-US" sz="1800" spc="-5" dirty="0">
                <a:latin typeface="微软雅黑" panose="020B0503020204020204" pitchFamily="34" charset="-122"/>
                <a:ea typeface="微软雅黑" panose="020B0503020204020204" pitchFamily="34" charset="-122"/>
                <a:cs typeface="微软雅黑 Light" panose="020B0502040204020203" charset="-122"/>
              </a:rPr>
              <a:t> </a:t>
            </a:r>
            <a:endParaRPr lang="en-US" sz="1800" spc="-5" dirty="0">
              <a:latin typeface="微软雅黑" panose="020B0503020204020204" pitchFamily="34" charset="-122"/>
              <a:ea typeface="微软雅黑" panose="020B0503020204020204" pitchFamily="34" charset="-122"/>
              <a:cs typeface="微软雅黑 Light" panose="020B0502040204020203" charset="-122"/>
            </a:endParaRPr>
          </a:p>
          <a:p>
            <a:pPr marL="245745" lvl="1" indent="0" algn="l">
              <a:lnSpc>
                <a:spcPct val="100000"/>
              </a:lnSpc>
              <a:spcBef>
                <a:spcPts val="565"/>
              </a:spcBef>
              <a:buClrTx/>
              <a:buSzTx/>
              <a:buFont typeface="Arial" panose="020B0604020202020204"/>
              <a:buNone/>
              <a:tabLst>
                <a:tab pos="363220" algn="l"/>
              </a:tabLst>
            </a:pPr>
            <a:r>
              <a:rPr lang="en-US" sz="1800" spc="-5" dirty="0">
                <a:latin typeface="微软雅黑" panose="020B0503020204020204" pitchFamily="34" charset="-122"/>
                <a:ea typeface="微软雅黑" panose="020B0503020204020204" pitchFamily="34" charset="-122"/>
                <a:cs typeface="微软雅黑 Light" panose="020B0502040204020203" charset="-122"/>
              </a:rPr>
              <a:t>              </a:t>
            </a:r>
            <a:r>
              <a:rPr sz="1800" spc="-5" dirty="0">
                <a:latin typeface="微软雅黑" panose="020B0503020204020204" pitchFamily="34" charset="-122"/>
                <a:ea typeface="微软雅黑" panose="020B0503020204020204" pitchFamily="34" charset="-122"/>
                <a:cs typeface="微软雅黑 Light" panose="020B0502040204020203" charset="-122"/>
              </a:rPr>
              <a:t>CCF容错计算专委副主任</a:t>
            </a:r>
            <a:endParaRPr sz="1800" spc="-5" dirty="0">
              <a:latin typeface="微软雅黑" panose="020B0503020204020204" pitchFamily="34" charset="-122"/>
              <a:ea typeface="微软雅黑" panose="020B0503020204020204" pitchFamily="34" charset="-122"/>
              <a:cs typeface="微软雅黑 Light" panose="020B0502040204020203" charset="-122"/>
            </a:endParaRPr>
          </a:p>
        </p:txBody>
      </p:sp>
      <p:sp>
        <p:nvSpPr>
          <p:cNvPr id="37" name="Text Box 7"/>
          <p:cNvSpPr txBox="1">
            <a:spLocks noChangeArrowheads="1"/>
          </p:cNvSpPr>
          <p:nvPr/>
        </p:nvSpPr>
        <p:spPr bwMode="auto">
          <a:xfrm>
            <a:off x="3436303" y="393700"/>
            <a:ext cx="1742440" cy="353060"/>
          </a:xfrm>
          <a:prstGeom prst="rect">
            <a:avLst/>
          </a:prstGeom>
          <a:noFill/>
          <a:ln w="9525">
            <a:noFill/>
            <a:miter lim="800000"/>
          </a:ln>
          <a:extLst>
            <a:ext uri="{909E8E84-426E-40DD-AFC4-6F175D3DCCD1}">
              <a14:hiddenFill xmlns:a14="http://schemas.microsoft.com/office/drawing/2010/main">
                <a:solidFill>
                  <a:srgbClr val="0070C0"/>
                </a:solidFill>
              </a14:hiddenFill>
            </a:ext>
          </a:extLst>
        </p:spPr>
        <p:txBody>
          <a:bodyPr wrap="none" lIns="46078" tIns="23040" rIns="46078" bIns="23040">
            <a:spAutoFit/>
          </a:bodyPr>
          <a:p>
            <a:pPr algn="ctr" defTabSz="1096645"/>
            <a:r>
              <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指导委员会</a:t>
            </a:r>
            <a:endPar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3" name="组合 42"/>
          <p:cNvGrpSpPr/>
          <p:nvPr/>
        </p:nvGrpSpPr>
        <p:grpSpPr>
          <a:xfrm>
            <a:off x="226695" y="321945"/>
            <a:ext cx="11412855" cy="647700"/>
            <a:chOff x="357" y="168"/>
            <a:chExt cx="17973" cy="1020"/>
          </a:xfrm>
        </p:grpSpPr>
        <p:sp>
          <p:nvSpPr>
            <p:cNvPr id="44" name="矩形 43"/>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5" name="矩形 44"/>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6" name="矩形 45"/>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sp>
        <p:nvSpPr>
          <p:cNvPr id="50" name="矩形 49"/>
          <p:cNvSpPr/>
          <p:nvPr/>
        </p:nvSpPr>
        <p:spPr>
          <a:xfrm>
            <a:off x="3233420" y="405130"/>
            <a:ext cx="36000" cy="324000"/>
          </a:xfrm>
          <a:prstGeom prst="rect">
            <a:avLst/>
          </a:prstGeom>
          <a:solidFill>
            <a:schemeClr val="accent1"/>
          </a:solidFill>
        </p:spPr>
        <p:txBody>
          <a:bodyPr wrap="none">
            <a:spAutoFit/>
          </a:bodyPr>
          <a:p>
            <a:pPr indent="0" algn="l">
              <a:buFont typeface="Wingdings" panose="05000000000000000000" pitchFamily="2" charset="2"/>
              <a:buNone/>
            </a:pP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object 3"/>
          <p:cNvSpPr txBox="1">
            <a:spLocks noGrp="1"/>
          </p:cNvSpPr>
          <p:nvPr/>
        </p:nvSpPr>
        <p:spPr>
          <a:xfrm>
            <a:off x="869467" y="998804"/>
            <a:ext cx="1930400" cy="443230"/>
          </a:xfrm>
          <a:prstGeom prst="rect">
            <a:avLst/>
          </a:prstGeom>
        </p:spPr>
        <p:txBody>
          <a:bodyPr vert="horz" wrap="square" lIns="0" tIns="12700" rIns="0" bIns="0" rtlCol="0">
            <a:spAutoFit/>
          </a:bodyPr>
          <a:lstStyle>
            <a:lvl1pPr>
              <a:defRPr sz="4000" b="1" i="0">
                <a:solidFill>
                  <a:srgbClr val="0076CA"/>
                </a:solidFill>
                <a:latin typeface="微软雅黑" panose="020B0503020204020204" pitchFamily="34" charset="-122"/>
                <a:ea typeface="+mj-ea"/>
                <a:cs typeface="微软雅黑" panose="020B0503020204020204" pitchFamily="34" charset="-122"/>
              </a:defRPr>
            </a:lvl1pPr>
          </a:lstStyle>
          <a:p>
            <a:pPr marL="12700" algn="l">
              <a:lnSpc>
                <a:spcPct val="100000"/>
              </a:lnSpc>
              <a:spcBef>
                <a:spcPts val="100"/>
              </a:spcBef>
              <a:buClrTx/>
              <a:buSzTx/>
              <a:buFontTx/>
            </a:pPr>
            <a:r>
              <a:rPr sz="2800" spc="-5" dirty="0">
                <a:solidFill>
                  <a:srgbClr val="0076C9"/>
                </a:solidFill>
                <a:ea typeface="微软雅黑" panose="020B0503020204020204" pitchFamily="34" charset="-122"/>
              </a:rPr>
              <a:t>指导委员会</a:t>
            </a:r>
            <a:endParaRPr sz="2800" spc="-5" dirty="0">
              <a:solidFill>
                <a:srgbClr val="0076C9"/>
              </a:solidFill>
              <a:ea typeface="微软雅黑" panose="020B0503020204020204" pitchFamily="34" charset="-122"/>
            </a:endParaRPr>
          </a:p>
        </p:txBody>
      </p:sp>
      <p:sp>
        <p:nvSpPr>
          <p:cNvPr id="6" name="文本框 26"/>
          <p:cNvSpPr txBox="1"/>
          <p:nvPr/>
        </p:nvSpPr>
        <p:spPr>
          <a:xfrm>
            <a:off x="982980" y="332105"/>
            <a:ext cx="2190115" cy="460375"/>
          </a:xfrm>
          <a:prstGeom prst="rect">
            <a:avLst/>
          </a:prstGeom>
          <a:noFill/>
        </p:spPr>
        <p:txBody>
          <a:bodyPr wrap="square" rtlCol="0">
            <a:spAutoFit/>
          </a:bodyPr>
          <a:p>
            <a:r>
              <a:rPr lang="zh-CN" sz="2400" b="1" spc="100">
                <a:latin typeface="微软雅黑" panose="020B0503020204020204" pitchFamily="34" charset="-122"/>
                <a:ea typeface="微软雅黑" panose="020B0503020204020204" pitchFamily="34" charset="-122"/>
                <a:sym typeface="+mn-ea"/>
              </a:rPr>
              <a:t>一、大赛介绍</a:t>
            </a:r>
            <a:endParaRPr lang="zh-CN" sz="2400" b="1" spc="1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 name="Text Box 7"/>
          <p:cNvSpPr txBox="1">
            <a:spLocks noChangeArrowheads="1"/>
          </p:cNvSpPr>
          <p:nvPr/>
        </p:nvSpPr>
        <p:spPr bwMode="auto">
          <a:xfrm>
            <a:off x="3370898" y="385445"/>
            <a:ext cx="3723640" cy="353060"/>
          </a:xfrm>
          <a:prstGeom prst="rect">
            <a:avLst/>
          </a:prstGeom>
          <a:noFill/>
          <a:ln w="9525">
            <a:noFill/>
            <a:miter lim="800000"/>
          </a:ln>
          <a:extLst>
            <a:ext uri="{909E8E84-426E-40DD-AFC4-6F175D3DCCD1}">
              <a14:hiddenFill xmlns:a14="http://schemas.microsoft.com/office/drawing/2010/main">
                <a:solidFill>
                  <a:srgbClr val="0070C0"/>
                </a:solidFill>
              </a14:hiddenFill>
            </a:ext>
          </a:extLst>
        </p:spPr>
        <p:txBody>
          <a:bodyPr wrap="none" lIns="46078" tIns="23040" rIns="46078" bIns="23040">
            <a:spAutoFit/>
          </a:bodyPr>
          <a:p>
            <a:pPr algn="ctr" defTabSz="1096645"/>
            <a:r>
              <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全国大学生软件测试大赛</a:t>
            </a:r>
            <a:endPar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文本框 26"/>
          <p:cNvSpPr txBox="1"/>
          <p:nvPr/>
        </p:nvSpPr>
        <p:spPr>
          <a:xfrm>
            <a:off x="982891" y="332403"/>
            <a:ext cx="2520280" cy="460375"/>
          </a:xfrm>
          <a:prstGeom prst="rect">
            <a:avLst/>
          </a:prstGeom>
          <a:noFill/>
        </p:spPr>
        <p:txBody>
          <a:bodyPr wrap="square" rtlCol="0">
            <a:spAutoFit/>
          </a:bodyPr>
          <a:p>
            <a:r>
              <a:rPr lang="zh-CN" sz="2400" b="1" spc="100">
                <a:latin typeface="微软雅黑" panose="020B0503020204020204" pitchFamily="34" charset="-122"/>
                <a:ea typeface="微软雅黑" panose="020B0503020204020204" pitchFamily="34" charset="-122"/>
                <a:sym typeface="+mn-ea"/>
              </a:rPr>
              <a:t>一、大赛介绍</a:t>
            </a:r>
            <a:endParaRPr lang="zh-CN" sz="2400" b="1" spc="100">
              <a:latin typeface="微软雅黑" panose="020B0503020204020204" pitchFamily="34" charset="-122"/>
              <a:ea typeface="微软雅黑" panose="020B0503020204020204" pitchFamily="34" charset="-122"/>
              <a:sym typeface="+mn-ea"/>
            </a:endParaRPr>
          </a:p>
        </p:txBody>
      </p:sp>
      <p:grpSp>
        <p:nvGrpSpPr>
          <p:cNvPr id="43" name="组合 42"/>
          <p:cNvGrpSpPr/>
          <p:nvPr/>
        </p:nvGrpSpPr>
        <p:grpSpPr>
          <a:xfrm>
            <a:off x="226695" y="321945"/>
            <a:ext cx="11412855" cy="647700"/>
            <a:chOff x="357" y="168"/>
            <a:chExt cx="17973" cy="1020"/>
          </a:xfrm>
        </p:grpSpPr>
        <p:sp>
          <p:nvSpPr>
            <p:cNvPr id="44" name="矩形 43"/>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5" name="矩形 44"/>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6" name="矩形 45"/>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sp>
        <p:nvSpPr>
          <p:cNvPr id="50" name="矩形 49"/>
          <p:cNvSpPr/>
          <p:nvPr/>
        </p:nvSpPr>
        <p:spPr>
          <a:xfrm>
            <a:off x="3181350" y="422910"/>
            <a:ext cx="36000" cy="324000"/>
          </a:xfrm>
          <a:prstGeom prst="rect">
            <a:avLst/>
          </a:prstGeom>
          <a:solidFill>
            <a:schemeClr val="accent1"/>
          </a:solidFill>
        </p:spPr>
        <p:txBody>
          <a:bodyPr wrap="none">
            <a:spAutoFit/>
          </a:bodyPr>
          <a:p>
            <a:pPr indent="0" algn="l">
              <a:buFont typeface="Wingdings" panose="05000000000000000000" pitchFamily="2" charset="2"/>
              <a:buNone/>
            </a:pP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5" name="内容占位符 2"/>
          <p:cNvSpPr txBox="1"/>
          <p:nvPr/>
        </p:nvSpPr>
        <p:spPr>
          <a:xfrm>
            <a:off x="730250" y="1046480"/>
            <a:ext cx="10865485" cy="1475105"/>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457200" algn="just">
              <a:lnSpc>
                <a:spcPct val="150000"/>
              </a:lnSpc>
              <a:buNone/>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全国大学生软件测试大赛目前已成功举办八届，吸引了全国32个省区的1000余所高校参与，参赛人次累计超过10万。由国内到国际，联合IEEE先后举办了若干次北美赛、欧洲赛、南美赛、和拉丁美洲赛，成为全国乃至全球最具影响力的软件测试大赛。</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1" name="图表 10"/>
          <p:cNvGraphicFramePr/>
          <p:nvPr/>
        </p:nvGraphicFramePr>
        <p:xfrm>
          <a:off x="1733550" y="2612390"/>
          <a:ext cx="8873490" cy="394017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 name="Text Box 7"/>
          <p:cNvSpPr txBox="1">
            <a:spLocks noChangeArrowheads="1"/>
          </p:cNvSpPr>
          <p:nvPr/>
        </p:nvSpPr>
        <p:spPr bwMode="auto">
          <a:xfrm>
            <a:off x="3358833" y="404495"/>
            <a:ext cx="1412240" cy="353060"/>
          </a:xfrm>
          <a:prstGeom prst="rect">
            <a:avLst/>
          </a:prstGeom>
          <a:noFill/>
          <a:ln w="9525">
            <a:noFill/>
            <a:miter lim="800000"/>
          </a:ln>
          <a:extLst>
            <a:ext uri="{909E8E84-426E-40DD-AFC4-6F175D3DCCD1}">
              <a14:hiddenFill xmlns:a14="http://schemas.microsoft.com/office/drawing/2010/main">
                <a:solidFill>
                  <a:srgbClr val="0070C0"/>
                </a:solidFill>
              </a14:hiddenFill>
            </a:ext>
          </a:extLst>
        </p:spPr>
        <p:txBody>
          <a:bodyPr wrap="none" lIns="46078" tIns="23040" rIns="46078" bIns="23040">
            <a:spAutoFit/>
          </a:bodyPr>
          <a:p>
            <a:pPr algn="ctr" defTabSz="1096645"/>
            <a:r>
              <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赛事荣誉</a:t>
            </a:r>
            <a:endPar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文本框 26"/>
          <p:cNvSpPr txBox="1"/>
          <p:nvPr/>
        </p:nvSpPr>
        <p:spPr>
          <a:xfrm>
            <a:off x="982891" y="332403"/>
            <a:ext cx="2520280" cy="460375"/>
          </a:xfrm>
          <a:prstGeom prst="rect">
            <a:avLst/>
          </a:prstGeom>
          <a:noFill/>
        </p:spPr>
        <p:txBody>
          <a:bodyPr wrap="square" rtlCol="0">
            <a:spAutoFit/>
          </a:bodyPr>
          <a:p>
            <a:r>
              <a:rPr lang="zh-CN" sz="2400" b="1" spc="100">
                <a:latin typeface="微软雅黑" panose="020B0503020204020204" pitchFamily="34" charset="-122"/>
                <a:ea typeface="微软雅黑" panose="020B0503020204020204" pitchFamily="34" charset="-122"/>
                <a:sym typeface="+mn-ea"/>
              </a:rPr>
              <a:t>一、大赛介绍</a:t>
            </a:r>
            <a:endParaRPr lang="zh-CN" sz="2400" b="1" spc="100">
              <a:latin typeface="微软雅黑" panose="020B0503020204020204" pitchFamily="34" charset="-122"/>
              <a:ea typeface="微软雅黑" panose="020B0503020204020204" pitchFamily="34" charset="-122"/>
              <a:sym typeface="+mn-ea"/>
            </a:endParaRPr>
          </a:p>
        </p:txBody>
      </p:sp>
      <p:grpSp>
        <p:nvGrpSpPr>
          <p:cNvPr id="43" name="组合 42"/>
          <p:cNvGrpSpPr/>
          <p:nvPr/>
        </p:nvGrpSpPr>
        <p:grpSpPr>
          <a:xfrm>
            <a:off x="226695" y="321945"/>
            <a:ext cx="11412855" cy="647700"/>
            <a:chOff x="357" y="168"/>
            <a:chExt cx="17973" cy="1020"/>
          </a:xfrm>
        </p:grpSpPr>
        <p:sp>
          <p:nvSpPr>
            <p:cNvPr id="44" name="矩形 43"/>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5" name="矩形 44"/>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6" name="矩形 45"/>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sp>
        <p:nvSpPr>
          <p:cNvPr id="50" name="矩形 49"/>
          <p:cNvSpPr/>
          <p:nvPr/>
        </p:nvSpPr>
        <p:spPr>
          <a:xfrm>
            <a:off x="3181350" y="422910"/>
            <a:ext cx="36000" cy="324000"/>
          </a:xfrm>
          <a:prstGeom prst="rect">
            <a:avLst/>
          </a:prstGeom>
          <a:solidFill>
            <a:schemeClr val="accent1"/>
          </a:solidFill>
        </p:spPr>
        <p:txBody>
          <a:bodyPr wrap="none">
            <a:spAutoFit/>
          </a:bodyPr>
          <a:p>
            <a:pPr indent="0" algn="l">
              <a:buFont typeface="Wingdings" panose="05000000000000000000" pitchFamily="2" charset="2"/>
              <a:buNone/>
            </a:pP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5" name="内容占位符 2"/>
          <p:cNvSpPr txBox="1"/>
          <p:nvPr/>
        </p:nvSpPr>
        <p:spPr>
          <a:xfrm>
            <a:off x="489585" y="1046480"/>
            <a:ext cx="11193780" cy="1893570"/>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457200" algn="just">
              <a:lnSpc>
                <a:spcPct val="150000"/>
              </a:lnSpc>
              <a:buNone/>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全国大学生软件测试大赛于</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2023</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年被列入全国大大学生竞赛观察目录，同时被江苏省、四川省、河南省等省份列入省级大学生竞赛目录，持续有力为学校综合测评、奖学金评定、升学考研转本，作为高校教育改革和创新人才培养的重要竞赛项目，实现</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以赛促教，赛教融合</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，为我国</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IT</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人才发展培养和选拔了大批优秀人才。</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694690" y="3213100"/>
            <a:ext cx="5788025" cy="3160395"/>
          </a:xfrm>
          <a:prstGeom prst="rect">
            <a:avLst/>
          </a:prstGeom>
        </p:spPr>
      </p:pic>
      <p:pic>
        <p:nvPicPr>
          <p:cNvPr id="3" name="图片 2"/>
          <p:cNvPicPr>
            <a:picLocks noChangeAspect="1"/>
          </p:cNvPicPr>
          <p:nvPr/>
        </p:nvPicPr>
        <p:blipFill>
          <a:blip r:embed="rId2"/>
          <a:stretch>
            <a:fillRect/>
          </a:stretch>
        </p:blipFill>
        <p:spPr>
          <a:xfrm>
            <a:off x="7247255" y="3194050"/>
            <a:ext cx="4156710" cy="1690370"/>
          </a:xfrm>
          <a:prstGeom prst="rect">
            <a:avLst/>
          </a:prstGeom>
        </p:spPr>
      </p:pic>
      <p:pic>
        <p:nvPicPr>
          <p:cNvPr id="4" name="图片 3"/>
          <p:cNvPicPr>
            <a:picLocks noChangeAspect="1"/>
          </p:cNvPicPr>
          <p:nvPr/>
        </p:nvPicPr>
        <p:blipFill>
          <a:blip r:embed="rId3"/>
          <a:stretch>
            <a:fillRect/>
          </a:stretch>
        </p:blipFill>
        <p:spPr>
          <a:xfrm>
            <a:off x="7247890" y="4077335"/>
            <a:ext cx="4156075" cy="1626870"/>
          </a:xfrm>
          <a:prstGeom prst="rect">
            <a:avLst/>
          </a:prstGeom>
        </p:spPr>
      </p:pic>
      <p:pic>
        <p:nvPicPr>
          <p:cNvPr id="7" name="图片 6"/>
          <p:cNvPicPr>
            <a:picLocks noChangeAspect="1"/>
          </p:cNvPicPr>
          <p:nvPr/>
        </p:nvPicPr>
        <p:blipFill>
          <a:blip r:embed="rId4"/>
          <a:stretch>
            <a:fillRect/>
          </a:stretch>
        </p:blipFill>
        <p:spPr>
          <a:xfrm>
            <a:off x="7210425" y="5085080"/>
            <a:ext cx="4213225" cy="13773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 name="Text Box 7"/>
          <p:cNvSpPr txBox="1">
            <a:spLocks noChangeArrowheads="1"/>
          </p:cNvSpPr>
          <p:nvPr/>
        </p:nvSpPr>
        <p:spPr bwMode="auto">
          <a:xfrm>
            <a:off x="3457893" y="393700"/>
            <a:ext cx="1412240" cy="353060"/>
          </a:xfrm>
          <a:prstGeom prst="rect">
            <a:avLst/>
          </a:prstGeom>
          <a:noFill/>
          <a:ln w="9525">
            <a:noFill/>
            <a:miter lim="800000"/>
          </a:ln>
          <a:extLst>
            <a:ext uri="{909E8E84-426E-40DD-AFC4-6F175D3DCCD1}">
              <a14:hiddenFill xmlns:a14="http://schemas.microsoft.com/office/drawing/2010/main">
                <a:solidFill>
                  <a:srgbClr val="0070C0"/>
                </a:solidFill>
              </a14:hiddenFill>
            </a:ext>
          </a:extLst>
        </p:spPr>
        <p:txBody>
          <a:bodyPr wrap="none" lIns="46078" tIns="23040" rIns="46078" bIns="23040">
            <a:spAutoFit/>
          </a:bodyPr>
          <a:p>
            <a:pPr algn="ctr" defTabSz="1096645"/>
            <a:r>
              <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赛事流程</a:t>
            </a:r>
            <a:endPar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3" name="组合 42"/>
          <p:cNvGrpSpPr/>
          <p:nvPr/>
        </p:nvGrpSpPr>
        <p:grpSpPr>
          <a:xfrm>
            <a:off x="226695" y="321945"/>
            <a:ext cx="11412855" cy="647700"/>
            <a:chOff x="357" y="168"/>
            <a:chExt cx="17973" cy="1020"/>
          </a:xfrm>
        </p:grpSpPr>
        <p:sp>
          <p:nvSpPr>
            <p:cNvPr id="44" name="矩形 43"/>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5" name="矩形 44"/>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6" name="矩形 45"/>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sp>
        <p:nvSpPr>
          <p:cNvPr id="50" name="矩形 49"/>
          <p:cNvSpPr/>
          <p:nvPr/>
        </p:nvSpPr>
        <p:spPr>
          <a:xfrm>
            <a:off x="3233420" y="405130"/>
            <a:ext cx="36000" cy="324000"/>
          </a:xfrm>
          <a:prstGeom prst="rect">
            <a:avLst/>
          </a:prstGeom>
          <a:solidFill>
            <a:schemeClr val="accent1"/>
          </a:solidFill>
        </p:spPr>
        <p:txBody>
          <a:bodyPr wrap="none">
            <a:spAutoFit/>
          </a:bodyPr>
          <a:p>
            <a:pPr indent="0" algn="l">
              <a:buFont typeface="Wingdings" panose="05000000000000000000" pitchFamily="2" charset="2"/>
              <a:buNone/>
            </a:pP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8" name="文本框 26"/>
          <p:cNvSpPr txBox="1"/>
          <p:nvPr/>
        </p:nvSpPr>
        <p:spPr>
          <a:xfrm>
            <a:off x="982980" y="332105"/>
            <a:ext cx="2235200" cy="460375"/>
          </a:xfrm>
          <a:prstGeom prst="rect">
            <a:avLst/>
          </a:prstGeom>
          <a:noFill/>
        </p:spPr>
        <p:txBody>
          <a:bodyPr wrap="square" rtlCol="0">
            <a:spAutoFit/>
          </a:bodyPr>
          <a:p>
            <a:r>
              <a:rPr lang="zh-CN" sz="2400" b="1" spc="100">
                <a:latin typeface="微软雅黑" panose="020B0503020204020204" pitchFamily="34" charset="-122"/>
                <a:ea typeface="微软雅黑" panose="020B0503020204020204" pitchFamily="34" charset="-122"/>
                <a:sym typeface="+mn-ea"/>
              </a:rPr>
              <a:t>一、大赛介绍</a:t>
            </a:r>
            <a:endParaRPr lang="zh-CN" sz="2400" b="1" spc="100" dirty="0">
              <a:solidFill>
                <a:schemeClr val="tx1"/>
              </a:solidFill>
              <a:latin typeface="微软雅黑" panose="020B0503020204020204" pitchFamily="34" charset="-122"/>
              <a:ea typeface="微软雅黑" panose="020B0503020204020204" pitchFamily="34" charset="-122"/>
            </a:endParaRPr>
          </a:p>
        </p:txBody>
      </p:sp>
      <p:cxnSp>
        <p:nvCxnSpPr>
          <p:cNvPr id="28" name="直接连接符 27"/>
          <p:cNvCxnSpPr/>
          <p:nvPr>
            <p:custDataLst>
              <p:tags r:id="rId1"/>
            </p:custDataLst>
          </p:nvPr>
        </p:nvCxnSpPr>
        <p:spPr>
          <a:xfrm>
            <a:off x="0" y="3829685"/>
            <a:ext cx="12191365" cy="0"/>
          </a:xfrm>
          <a:prstGeom prst="line">
            <a:avLst/>
          </a:prstGeom>
          <a:noFill/>
          <a:ln w="6350" cap="flat" cmpd="sng" algn="ctr">
            <a:solidFill>
              <a:sysClr val="window" lastClr="FFFFFF">
                <a:lumMod val="75000"/>
              </a:sysClr>
            </a:solidFill>
            <a:prstDash val="solid"/>
            <a:miter lim="800000"/>
          </a:ln>
          <a:effectLst/>
        </p:spPr>
      </p:cxnSp>
      <p:grpSp>
        <p:nvGrpSpPr>
          <p:cNvPr id="51" name="组合 50"/>
          <p:cNvGrpSpPr/>
          <p:nvPr>
            <p:custDataLst>
              <p:tags r:id="rId2"/>
            </p:custDataLst>
          </p:nvPr>
        </p:nvGrpSpPr>
        <p:grpSpPr>
          <a:xfrm>
            <a:off x="1953895" y="3717290"/>
            <a:ext cx="228600" cy="223520"/>
            <a:chOff x="-1248816" y="3714750"/>
            <a:chExt cx="228599" cy="228599"/>
          </a:xfrm>
        </p:grpSpPr>
        <p:sp>
          <p:nvSpPr>
            <p:cNvPr id="52" name="椭圆 51"/>
            <p:cNvSpPr/>
            <p:nvPr>
              <p:custDataLst>
                <p:tags r:id="rId3"/>
              </p:custDataLst>
            </p:nvPr>
          </p:nvSpPr>
          <p:spPr>
            <a:xfrm>
              <a:off x="-1248816" y="3714750"/>
              <a:ext cx="228599" cy="228599"/>
            </a:xfrm>
            <a:prstGeom prst="ellipse">
              <a:avLst/>
            </a:prstGeom>
            <a:solidFill>
              <a:srgbClr val="0888D6"/>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优设标题黑" panose="00000500000000000000" charset="-122"/>
                <a:ea typeface="优设标题黑" panose="00000500000000000000" charset="-122"/>
                <a:cs typeface="+mn-ea"/>
                <a:sym typeface="+mn-lt"/>
              </a:endParaRPr>
            </a:p>
          </p:txBody>
        </p:sp>
        <p:sp>
          <p:nvSpPr>
            <p:cNvPr id="53" name="椭圆 52"/>
            <p:cNvSpPr/>
            <p:nvPr>
              <p:custDataLst>
                <p:tags r:id="rId4"/>
              </p:custDataLst>
            </p:nvPr>
          </p:nvSpPr>
          <p:spPr>
            <a:xfrm>
              <a:off x="-1235295" y="3728271"/>
              <a:ext cx="201557" cy="201557"/>
            </a:xfrm>
            <a:prstGeom prst="ellipse">
              <a:avLst/>
            </a:prstGeom>
            <a:solidFill>
              <a:srgbClr val="319BDC"/>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54" name="椭圆 53"/>
            <p:cNvSpPr/>
            <p:nvPr>
              <p:custDataLst>
                <p:tags r:id="rId5"/>
              </p:custDataLst>
            </p:nvPr>
          </p:nvSpPr>
          <p:spPr>
            <a:xfrm>
              <a:off x="-1221774" y="3741792"/>
              <a:ext cx="174514" cy="174514"/>
            </a:xfrm>
            <a:prstGeom prst="ellipse">
              <a:avLst/>
            </a:prstGeom>
            <a:solidFill>
              <a:srgbClr val="5AAFE3"/>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55" name="椭圆 54"/>
            <p:cNvSpPr/>
            <p:nvPr>
              <p:custDataLst>
                <p:tags r:id="rId6"/>
              </p:custDataLst>
            </p:nvPr>
          </p:nvSpPr>
          <p:spPr>
            <a:xfrm>
              <a:off x="-1208253" y="3755313"/>
              <a:ext cx="147471" cy="147471"/>
            </a:xfrm>
            <a:prstGeom prst="ellipse">
              <a:avLst/>
            </a:prstGeom>
            <a:solidFill>
              <a:srgbClr val="83C3EA"/>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56" name="椭圆 55"/>
            <p:cNvSpPr/>
            <p:nvPr>
              <p:custDataLst>
                <p:tags r:id="rId7"/>
              </p:custDataLst>
            </p:nvPr>
          </p:nvSpPr>
          <p:spPr>
            <a:xfrm>
              <a:off x="-1194731" y="3768835"/>
              <a:ext cx="120429" cy="120429"/>
            </a:xfrm>
            <a:prstGeom prst="ellipse">
              <a:avLst/>
            </a:prstGeom>
            <a:solidFill>
              <a:srgbClr val="ACD7F1"/>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57" name="椭圆 56"/>
            <p:cNvSpPr/>
            <p:nvPr>
              <p:custDataLst>
                <p:tags r:id="rId8"/>
              </p:custDataLst>
            </p:nvPr>
          </p:nvSpPr>
          <p:spPr>
            <a:xfrm>
              <a:off x="-1181210" y="3782356"/>
              <a:ext cx="93386" cy="93386"/>
            </a:xfrm>
            <a:prstGeom prst="ellipse">
              <a:avLst/>
            </a:prstGeom>
            <a:solidFill>
              <a:srgbClr val="D5EBF8"/>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58" name="椭圆 57"/>
            <p:cNvSpPr/>
            <p:nvPr>
              <p:custDataLst>
                <p:tags r:id="rId9"/>
              </p:custDataLst>
            </p:nvPr>
          </p:nvSpPr>
          <p:spPr>
            <a:xfrm>
              <a:off x="-1167689" y="3795877"/>
              <a:ext cx="66344" cy="66344"/>
            </a:xfrm>
            <a:prstGeom prst="ellipse">
              <a:avLst/>
            </a:prstGeom>
            <a:solidFill>
              <a:sysClr val="window" lastClr="FFFFFF"/>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优设标题黑" panose="00000500000000000000" charset="-122"/>
                <a:ea typeface="优设标题黑" panose="00000500000000000000" charset="-122"/>
                <a:cs typeface="+mn-ea"/>
                <a:sym typeface="+mn-lt"/>
              </a:endParaRPr>
            </a:p>
          </p:txBody>
        </p:sp>
      </p:grpSp>
      <p:cxnSp>
        <p:nvCxnSpPr>
          <p:cNvPr id="59" name="直接连接符 58"/>
          <p:cNvCxnSpPr/>
          <p:nvPr>
            <p:custDataLst>
              <p:tags r:id="rId10"/>
            </p:custDataLst>
          </p:nvPr>
        </p:nvCxnSpPr>
        <p:spPr>
          <a:xfrm>
            <a:off x="2071044" y="3299460"/>
            <a:ext cx="0" cy="334645"/>
          </a:xfrm>
          <a:prstGeom prst="line">
            <a:avLst/>
          </a:prstGeom>
          <a:noFill/>
          <a:ln w="6350" cap="flat" cmpd="sng" algn="ctr">
            <a:solidFill>
              <a:sysClr val="window" lastClr="FFFFFF">
                <a:lumMod val="85000"/>
              </a:sysClr>
            </a:solidFill>
            <a:prstDash val="solid"/>
            <a:miter lim="800000"/>
          </a:ln>
          <a:effectLst/>
        </p:spPr>
      </p:cxnSp>
      <p:cxnSp>
        <p:nvCxnSpPr>
          <p:cNvPr id="65" name="直接连接符 64"/>
          <p:cNvCxnSpPr/>
          <p:nvPr>
            <p:custDataLst>
              <p:tags r:id="rId11"/>
            </p:custDataLst>
          </p:nvPr>
        </p:nvCxnSpPr>
        <p:spPr>
          <a:xfrm>
            <a:off x="3690294" y="4032885"/>
            <a:ext cx="0" cy="334645"/>
          </a:xfrm>
          <a:prstGeom prst="line">
            <a:avLst/>
          </a:prstGeom>
          <a:noFill/>
          <a:ln w="6350" cap="flat" cmpd="sng" algn="ctr">
            <a:solidFill>
              <a:sysClr val="window" lastClr="FFFFFF">
                <a:lumMod val="85000"/>
              </a:sysClr>
            </a:solidFill>
            <a:prstDash val="solid"/>
            <a:miter lim="800000"/>
            <a:headEnd type="none" w="med" len="med"/>
            <a:tailEnd type="none" w="med" len="med"/>
          </a:ln>
          <a:effectLst/>
        </p:spPr>
      </p:cxnSp>
      <p:cxnSp>
        <p:nvCxnSpPr>
          <p:cNvPr id="74" name="直接连接符 73"/>
          <p:cNvCxnSpPr/>
          <p:nvPr>
            <p:custDataLst>
              <p:tags r:id="rId12"/>
            </p:custDataLst>
          </p:nvPr>
        </p:nvCxnSpPr>
        <p:spPr>
          <a:xfrm>
            <a:off x="5309544" y="3299460"/>
            <a:ext cx="0" cy="334645"/>
          </a:xfrm>
          <a:prstGeom prst="line">
            <a:avLst/>
          </a:prstGeom>
          <a:noFill/>
          <a:ln w="6350" cap="flat" cmpd="sng" algn="ctr">
            <a:solidFill>
              <a:sysClr val="window" lastClr="FFFFFF">
                <a:lumMod val="85000"/>
              </a:sysClr>
            </a:solidFill>
            <a:prstDash val="solid"/>
            <a:miter lim="800000"/>
            <a:headEnd type="none" w="med" len="med"/>
            <a:tailEnd type="none" w="med" len="med"/>
          </a:ln>
          <a:effectLst/>
        </p:spPr>
      </p:cxnSp>
      <p:cxnSp>
        <p:nvCxnSpPr>
          <p:cNvPr id="75" name="直接连接符 74"/>
          <p:cNvCxnSpPr/>
          <p:nvPr>
            <p:custDataLst>
              <p:tags r:id="rId13"/>
            </p:custDataLst>
          </p:nvPr>
        </p:nvCxnSpPr>
        <p:spPr>
          <a:xfrm>
            <a:off x="6928794" y="4032885"/>
            <a:ext cx="0" cy="334645"/>
          </a:xfrm>
          <a:prstGeom prst="line">
            <a:avLst/>
          </a:prstGeom>
          <a:noFill/>
          <a:ln w="6350" cap="flat" cmpd="sng" algn="ctr">
            <a:solidFill>
              <a:sysClr val="window" lastClr="FFFFFF">
                <a:lumMod val="85000"/>
              </a:sysClr>
            </a:solidFill>
            <a:prstDash val="solid"/>
            <a:miter lim="800000"/>
            <a:headEnd type="none" w="med" len="med"/>
            <a:tailEnd type="none" w="med" len="med"/>
          </a:ln>
          <a:effectLst/>
        </p:spPr>
      </p:cxnSp>
      <p:cxnSp>
        <p:nvCxnSpPr>
          <p:cNvPr id="76" name="直接连接符 75"/>
          <p:cNvCxnSpPr/>
          <p:nvPr>
            <p:custDataLst>
              <p:tags r:id="rId14"/>
            </p:custDataLst>
          </p:nvPr>
        </p:nvCxnSpPr>
        <p:spPr>
          <a:xfrm>
            <a:off x="8548044" y="3299460"/>
            <a:ext cx="0" cy="334645"/>
          </a:xfrm>
          <a:prstGeom prst="line">
            <a:avLst/>
          </a:prstGeom>
          <a:noFill/>
          <a:ln w="6350" cap="flat" cmpd="sng" algn="ctr">
            <a:solidFill>
              <a:sysClr val="window" lastClr="FFFFFF">
                <a:lumMod val="85000"/>
              </a:sysClr>
            </a:solidFill>
            <a:prstDash val="solid"/>
            <a:miter lim="800000"/>
            <a:headEnd type="none" w="med" len="med"/>
            <a:tailEnd type="none" w="med" len="med"/>
          </a:ln>
          <a:effectLst/>
        </p:spPr>
      </p:cxnSp>
      <p:cxnSp>
        <p:nvCxnSpPr>
          <p:cNvPr id="77" name="直接连接符 76"/>
          <p:cNvCxnSpPr/>
          <p:nvPr>
            <p:custDataLst>
              <p:tags r:id="rId15"/>
            </p:custDataLst>
          </p:nvPr>
        </p:nvCxnSpPr>
        <p:spPr>
          <a:xfrm>
            <a:off x="10167294" y="4032885"/>
            <a:ext cx="0" cy="334645"/>
          </a:xfrm>
          <a:prstGeom prst="line">
            <a:avLst/>
          </a:prstGeom>
          <a:noFill/>
          <a:ln w="6350" cap="flat" cmpd="sng" algn="ctr">
            <a:solidFill>
              <a:sysClr val="window" lastClr="FFFFFF">
                <a:lumMod val="85000"/>
              </a:sysClr>
            </a:solidFill>
            <a:prstDash val="solid"/>
            <a:miter lim="800000"/>
          </a:ln>
          <a:effectLst/>
        </p:spPr>
      </p:cxnSp>
      <p:pic>
        <p:nvPicPr>
          <p:cNvPr id="78" name="图形 77"/>
          <p:cNvPicPr>
            <a:picLocks noChangeAspect="1"/>
          </p:cNvPicPr>
          <p:nvPr>
            <p:custDataLst>
              <p:tags r:id="rId16"/>
            </p:custDataLst>
          </p:nvPr>
        </p:nvPicPr>
        <p:blipFill>
          <a:blip r:embed="rId17" cstate="print">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800860" y="4011930"/>
            <a:ext cx="534670" cy="534670"/>
          </a:xfrm>
          <a:prstGeom prst="rect">
            <a:avLst/>
          </a:prstGeom>
        </p:spPr>
      </p:pic>
      <p:pic>
        <p:nvPicPr>
          <p:cNvPr id="79" name="图形 78"/>
          <p:cNvPicPr>
            <a:picLocks noChangeAspect="1"/>
          </p:cNvPicPr>
          <p:nvPr>
            <p:custDataLst>
              <p:tags r:id="rId19"/>
            </p:custDataLst>
          </p:nvPr>
        </p:nvPicPr>
        <p:blipFill>
          <a:blip r:embed="rId20" cstate="print">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899650" y="3181350"/>
            <a:ext cx="534670" cy="534670"/>
          </a:xfrm>
          <a:prstGeom prst="rect">
            <a:avLst/>
          </a:prstGeom>
        </p:spPr>
      </p:pic>
      <p:pic>
        <p:nvPicPr>
          <p:cNvPr id="80" name="图形 79"/>
          <p:cNvPicPr>
            <a:picLocks noChangeAspect="1"/>
          </p:cNvPicPr>
          <p:nvPr>
            <p:custDataLst>
              <p:tags r:id="rId22"/>
            </p:custDataLst>
          </p:nvPr>
        </p:nvPicPr>
        <p:blipFill>
          <a:blip r:embed="rId23" cstate="print">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661150" y="3172460"/>
            <a:ext cx="534670" cy="534670"/>
          </a:xfrm>
          <a:prstGeom prst="rect">
            <a:avLst/>
          </a:prstGeom>
        </p:spPr>
      </p:pic>
      <p:pic>
        <p:nvPicPr>
          <p:cNvPr id="81" name="图形 80"/>
          <p:cNvPicPr>
            <a:picLocks noChangeAspect="1"/>
          </p:cNvPicPr>
          <p:nvPr>
            <p:custDataLst>
              <p:tags r:id="rId25"/>
            </p:custDataLst>
          </p:nvPr>
        </p:nvPicPr>
        <p:blipFill>
          <a:blip r:embed="rId26" cstate="print">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421380" y="3172460"/>
            <a:ext cx="534670" cy="534670"/>
          </a:xfrm>
          <a:prstGeom prst="rect">
            <a:avLst/>
          </a:prstGeom>
        </p:spPr>
      </p:pic>
      <p:pic>
        <p:nvPicPr>
          <p:cNvPr id="82" name="图形 81"/>
          <p:cNvPicPr>
            <a:picLocks noChangeAspect="1"/>
          </p:cNvPicPr>
          <p:nvPr>
            <p:custDataLst>
              <p:tags r:id="rId28"/>
            </p:custDataLst>
          </p:nvPr>
        </p:nvPicPr>
        <p:blipFill>
          <a:blip r:embed="rId29" cstate="print">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8280400" y="4003040"/>
            <a:ext cx="534670" cy="534670"/>
          </a:xfrm>
          <a:prstGeom prst="rect">
            <a:avLst/>
          </a:prstGeom>
        </p:spPr>
      </p:pic>
      <p:pic>
        <p:nvPicPr>
          <p:cNvPr id="83" name="图形 82"/>
          <p:cNvPicPr>
            <a:picLocks noChangeAspect="1"/>
          </p:cNvPicPr>
          <p:nvPr>
            <p:custDataLst>
              <p:tags r:id="rId31"/>
            </p:custDataLst>
          </p:nvPr>
        </p:nvPicPr>
        <p:blipFill>
          <a:blip r:embed="rId32" cstate="print">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5039360" y="4003040"/>
            <a:ext cx="534670" cy="534670"/>
          </a:xfrm>
          <a:prstGeom prst="rect">
            <a:avLst/>
          </a:prstGeom>
        </p:spPr>
      </p:pic>
      <p:grpSp>
        <p:nvGrpSpPr>
          <p:cNvPr id="88" name="组合 87"/>
          <p:cNvGrpSpPr/>
          <p:nvPr>
            <p:custDataLst>
              <p:tags r:id="rId34"/>
            </p:custDataLst>
          </p:nvPr>
        </p:nvGrpSpPr>
        <p:grpSpPr>
          <a:xfrm>
            <a:off x="3570605" y="3717290"/>
            <a:ext cx="228600" cy="223520"/>
            <a:chOff x="-1248816" y="3714750"/>
            <a:chExt cx="228599" cy="228599"/>
          </a:xfrm>
        </p:grpSpPr>
        <p:sp>
          <p:nvSpPr>
            <p:cNvPr id="89" name="椭圆 88"/>
            <p:cNvSpPr/>
            <p:nvPr>
              <p:custDataLst>
                <p:tags r:id="rId35"/>
              </p:custDataLst>
            </p:nvPr>
          </p:nvSpPr>
          <p:spPr>
            <a:xfrm>
              <a:off x="-1248816" y="3714750"/>
              <a:ext cx="228599" cy="228599"/>
            </a:xfrm>
            <a:prstGeom prst="ellipse">
              <a:avLst/>
            </a:prstGeom>
            <a:solidFill>
              <a:srgbClr val="0888D6"/>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优设标题黑" panose="00000500000000000000" charset="-122"/>
                <a:ea typeface="优设标题黑" panose="00000500000000000000" charset="-122"/>
                <a:cs typeface="+mn-ea"/>
                <a:sym typeface="+mn-lt"/>
              </a:endParaRPr>
            </a:p>
          </p:txBody>
        </p:sp>
        <p:sp>
          <p:nvSpPr>
            <p:cNvPr id="90" name="椭圆 89"/>
            <p:cNvSpPr/>
            <p:nvPr>
              <p:custDataLst>
                <p:tags r:id="rId36"/>
              </p:custDataLst>
            </p:nvPr>
          </p:nvSpPr>
          <p:spPr>
            <a:xfrm>
              <a:off x="-1235295" y="3728271"/>
              <a:ext cx="201557" cy="201557"/>
            </a:xfrm>
            <a:prstGeom prst="ellipse">
              <a:avLst/>
            </a:prstGeom>
            <a:solidFill>
              <a:srgbClr val="319BDC"/>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91" name="椭圆 90"/>
            <p:cNvSpPr/>
            <p:nvPr>
              <p:custDataLst>
                <p:tags r:id="rId37"/>
              </p:custDataLst>
            </p:nvPr>
          </p:nvSpPr>
          <p:spPr>
            <a:xfrm>
              <a:off x="-1221774" y="3741792"/>
              <a:ext cx="174514" cy="174514"/>
            </a:xfrm>
            <a:prstGeom prst="ellipse">
              <a:avLst/>
            </a:prstGeom>
            <a:solidFill>
              <a:srgbClr val="5AAFE3"/>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12" name="椭圆 111"/>
            <p:cNvSpPr/>
            <p:nvPr>
              <p:custDataLst>
                <p:tags r:id="rId38"/>
              </p:custDataLst>
            </p:nvPr>
          </p:nvSpPr>
          <p:spPr>
            <a:xfrm>
              <a:off x="-1208253" y="3755313"/>
              <a:ext cx="147471" cy="147471"/>
            </a:xfrm>
            <a:prstGeom prst="ellipse">
              <a:avLst/>
            </a:prstGeom>
            <a:solidFill>
              <a:srgbClr val="83C3EA"/>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13" name="椭圆 112"/>
            <p:cNvSpPr/>
            <p:nvPr>
              <p:custDataLst>
                <p:tags r:id="rId39"/>
              </p:custDataLst>
            </p:nvPr>
          </p:nvSpPr>
          <p:spPr>
            <a:xfrm>
              <a:off x="-1194731" y="3768835"/>
              <a:ext cx="120429" cy="120429"/>
            </a:xfrm>
            <a:prstGeom prst="ellipse">
              <a:avLst/>
            </a:prstGeom>
            <a:solidFill>
              <a:srgbClr val="ACD7F1"/>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14" name="椭圆 113"/>
            <p:cNvSpPr/>
            <p:nvPr>
              <p:custDataLst>
                <p:tags r:id="rId40"/>
              </p:custDataLst>
            </p:nvPr>
          </p:nvSpPr>
          <p:spPr>
            <a:xfrm>
              <a:off x="-1181210" y="3782356"/>
              <a:ext cx="93386" cy="93386"/>
            </a:xfrm>
            <a:prstGeom prst="ellipse">
              <a:avLst/>
            </a:prstGeom>
            <a:solidFill>
              <a:srgbClr val="D5EBF8"/>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15" name="椭圆 114"/>
            <p:cNvSpPr/>
            <p:nvPr>
              <p:custDataLst>
                <p:tags r:id="rId41"/>
              </p:custDataLst>
            </p:nvPr>
          </p:nvSpPr>
          <p:spPr>
            <a:xfrm>
              <a:off x="-1167689" y="3795877"/>
              <a:ext cx="66344" cy="66344"/>
            </a:xfrm>
            <a:prstGeom prst="ellipse">
              <a:avLst/>
            </a:prstGeom>
            <a:solidFill>
              <a:sysClr val="window" lastClr="FFFFFF"/>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优设标题黑" panose="00000500000000000000" charset="-122"/>
                <a:ea typeface="优设标题黑" panose="00000500000000000000" charset="-122"/>
                <a:cs typeface="+mn-ea"/>
                <a:sym typeface="+mn-lt"/>
              </a:endParaRPr>
            </a:p>
          </p:txBody>
        </p:sp>
      </p:grpSp>
      <p:grpSp>
        <p:nvGrpSpPr>
          <p:cNvPr id="116" name="组合 115"/>
          <p:cNvGrpSpPr/>
          <p:nvPr>
            <p:custDataLst>
              <p:tags r:id="rId42"/>
            </p:custDataLst>
          </p:nvPr>
        </p:nvGrpSpPr>
        <p:grpSpPr>
          <a:xfrm>
            <a:off x="5192395" y="3717290"/>
            <a:ext cx="228600" cy="223520"/>
            <a:chOff x="-1248816" y="3714750"/>
            <a:chExt cx="228599" cy="228599"/>
          </a:xfrm>
        </p:grpSpPr>
        <p:sp>
          <p:nvSpPr>
            <p:cNvPr id="117" name="椭圆 116"/>
            <p:cNvSpPr/>
            <p:nvPr>
              <p:custDataLst>
                <p:tags r:id="rId43"/>
              </p:custDataLst>
            </p:nvPr>
          </p:nvSpPr>
          <p:spPr>
            <a:xfrm>
              <a:off x="-1248816" y="3714750"/>
              <a:ext cx="228599" cy="228599"/>
            </a:xfrm>
            <a:prstGeom prst="ellipse">
              <a:avLst/>
            </a:prstGeom>
            <a:solidFill>
              <a:srgbClr val="0888D6"/>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优设标题黑" panose="00000500000000000000" charset="-122"/>
                <a:ea typeface="优设标题黑" panose="00000500000000000000" charset="-122"/>
                <a:cs typeface="+mn-ea"/>
                <a:sym typeface="+mn-lt"/>
              </a:endParaRPr>
            </a:p>
          </p:txBody>
        </p:sp>
        <p:sp>
          <p:nvSpPr>
            <p:cNvPr id="118" name="椭圆 117"/>
            <p:cNvSpPr/>
            <p:nvPr>
              <p:custDataLst>
                <p:tags r:id="rId44"/>
              </p:custDataLst>
            </p:nvPr>
          </p:nvSpPr>
          <p:spPr>
            <a:xfrm>
              <a:off x="-1235295" y="3728271"/>
              <a:ext cx="201557" cy="201557"/>
            </a:xfrm>
            <a:prstGeom prst="ellipse">
              <a:avLst/>
            </a:prstGeom>
            <a:solidFill>
              <a:srgbClr val="319BDC"/>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19" name="椭圆 118"/>
            <p:cNvSpPr/>
            <p:nvPr>
              <p:custDataLst>
                <p:tags r:id="rId45"/>
              </p:custDataLst>
            </p:nvPr>
          </p:nvSpPr>
          <p:spPr>
            <a:xfrm>
              <a:off x="-1221774" y="3741792"/>
              <a:ext cx="174514" cy="174514"/>
            </a:xfrm>
            <a:prstGeom prst="ellipse">
              <a:avLst/>
            </a:prstGeom>
            <a:solidFill>
              <a:srgbClr val="5AAFE3"/>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20" name="椭圆 119"/>
            <p:cNvSpPr/>
            <p:nvPr>
              <p:custDataLst>
                <p:tags r:id="rId46"/>
              </p:custDataLst>
            </p:nvPr>
          </p:nvSpPr>
          <p:spPr>
            <a:xfrm>
              <a:off x="-1208253" y="3755313"/>
              <a:ext cx="147471" cy="147471"/>
            </a:xfrm>
            <a:prstGeom prst="ellipse">
              <a:avLst/>
            </a:prstGeom>
            <a:solidFill>
              <a:srgbClr val="83C3EA"/>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21" name="椭圆 120"/>
            <p:cNvSpPr/>
            <p:nvPr>
              <p:custDataLst>
                <p:tags r:id="rId47"/>
              </p:custDataLst>
            </p:nvPr>
          </p:nvSpPr>
          <p:spPr>
            <a:xfrm>
              <a:off x="-1194731" y="3768835"/>
              <a:ext cx="120429" cy="120429"/>
            </a:xfrm>
            <a:prstGeom prst="ellipse">
              <a:avLst/>
            </a:prstGeom>
            <a:solidFill>
              <a:srgbClr val="ACD7F1"/>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22" name="椭圆 121"/>
            <p:cNvSpPr/>
            <p:nvPr>
              <p:custDataLst>
                <p:tags r:id="rId48"/>
              </p:custDataLst>
            </p:nvPr>
          </p:nvSpPr>
          <p:spPr>
            <a:xfrm>
              <a:off x="-1181210" y="3782356"/>
              <a:ext cx="93386" cy="93386"/>
            </a:xfrm>
            <a:prstGeom prst="ellipse">
              <a:avLst/>
            </a:prstGeom>
            <a:solidFill>
              <a:srgbClr val="D5EBF8"/>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23" name="椭圆 122"/>
            <p:cNvSpPr/>
            <p:nvPr>
              <p:custDataLst>
                <p:tags r:id="rId49"/>
              </p:custDataLst>
            </p:nvPr>
          </p:nvSpPr>
          <p:spPr>
            <a:xfrm>
              <a:off x="-1167689" y="3795877"/>
              <a:ext cx="66344" cy="66344"/>
            </a:xfrm>
            <a:prstGeom prst="ellipse">
              <a:avLst/>
            </a:prstGeom>
            <a:solidFill>
              <a:sysClr val="window" lastClr="FFFFFF"/>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优设标题黑" panose="00000500000000000000" charset="-122"/>
                <a:ea typeface="优设标题黑" panose="00000500000000000000" charset="-122"/>
                <a:cs typeface="+mn-ea"/>
                <a:sym typeface="+mn-lt"/>
              </a:endParaRPr>
            </a:p>
          </p:txBody>
        </p:sp>
      </p:grpSp>
      <p:grpSp>
        <p:nvGrpSpPr>
          <p:cNvPr id="124" name="组合 123"/>
          <p:cNvGrpSpPr/>
          <p:nvPr>
            <p:custDataLst>
              <p:tags r:id="rId50"/>
            </p:custDataLst>
          </p:nvPr>
        </p:nvGrpSpPr>
        <p:grpSpPr>
          <a:xfrm>
            <a:off x="6829425" y="3717290"/>
            <a:ext cx="228600" cy="223520"/>
            <a:chOff x="-1248816" y="3714750"/>
            <a:chExt cx="228599" cy="228599"/>
          </a:xfrm>
        </p:grpSpPr>
        <p:sp>
          <p:nvSpPr>
            <p:cNvPr id="125" name="椭圆 124"/>
            <p:cNvSpPr/>
            <p:nvPr>
              <p:custDataLst>
                <p:tags r:id="rId51"/>
              </p:custDataLst>
            </p:nvPr>
          </p:nvSpPr>
          <p:spPr>
            <a:xfrm>
              <a:off x="-1248816" y="3714750"/>
              <a:ext cx="228599" cy="228599"/>
            </a:xfrm>
            <a:prstGeom prst="ellipse">
              <a:avLst/>
            </a:prstGeom>
            <a:solidFill>
              <a:srgbClr val="0888D6"/>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优设标题黑" panose="00000500000000000000" charset="-122"/>
                <a:ea typeface="优设标题黑" panose="00000500000000000000" charset="-122"/>
                <a:cs typeface="+mn-ea"/>
                <a:sym typeface="+mn-lt"/>
              </a:endParaRPr>
            </a:p>
          </p:txBody>
        </p:sp>
        <p:sp>
          <p:nvSpPr>
            <p:cNvPr id="126" name="椭圆 125"/>
            <p:cNvSpPr/>
            <p:nvPr>
              <p:custDataLst>
                <p:tags r:id="rId52"/>
              </p:custDataLst>
            </p:nvPr>
          </p:nvSpPr>
          <p:spPr>
            <a:xfrm>
              <a:off x="-1235295" y="3728271"/>
              <a:ext cx="201557" cy="201557"/>
            </a:xfrm>
            <a:prstGeom prst="ellipse">
              <a:avLst/>
            </a:prstGeom>
            <a:solidFill>
              <a:srgbClr val="319BDC"/>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27" name="椭圆 126"/>
            <p:cNvSpPr/>
            <p:nvPr>
              <p:custDataLst>
                <p:tags r:id="rId53"/>
              </p:custDataLst>
            </p:nvPr>
          </p:nvSpPr>
          <p:spPr>
            <a:xfrm>
              <a:off x="-1221774" y="3741792"/>
              <a:ext cx="174514" cy="174514"/>
            </a:xfrm>
            <a:prstGeom prst="ellipse">
              <a:avLst/>
            </a:prstGeom>
            <a:solidFill>
              <a:srgbClr val="5AAFE3"/>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28" name="椭圆 127"/>
            <p:cNvSpPr/>
            <p:nvPr>
              <p:custDataLst>
                <p:tags r:id="rId54"/>
              </p:custDataLst>
            </p:nvPr>
          </p:nvSpPr>
          <p:spPr>
            <a:xfrm>
              <a:off x="-1208253" y="3755313"/>
              <a:ext cx="147471" cy="147471"/>
            </a:xfrm>
            <a:prstGeom prst="ellipse">
              <a:avLst/>
            </a:prstGeom>
            <a:solidFill>
              <a:srgbClr val="83C3EA"/>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29" name="椭圆 128"/>
            <p:cNvSpPr/>
            <p:nvPr>
              <p:custDataLst>
                <p:tags r:id="rId55"/>
              </p:custDataLst>
            </p:nvPr>
          </p:nvSpPr>
          <p:spPr>
            <a:xfrm>
              <a:off x="-1194731" y="3768835"/>
              <a:ext cx="120429" cy="120429"/>
            </a:xfrm>
            <a:prstGeom prst="ellipse">
              <a:avLst/>
            </a:prstGeom>
            <a:solidFill>
              <a:srgbClr val="ACD7F1"/>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30" name="椭圆 129"/>
            <p:cNvSpPr/>
            <p:nvPr>
              <p:custDataLst>
                <p:tags r:id="rId56"/>
              </p:custDataLst>
            </p:nvPr>
          </p:nvSpPr>
          <p:spPr>
            <a:xfrm>
              <a:off x="-1181210" y="3782356"/>
              <a:ext cx="93386" cy="93386"/>
            </a:xfrm>
            <a:prstGeom prst="ellipse">
              <a:avLst/>
            </a:prstGeom>
            <a:solidFill>
              <a:srgbClr val="D5EBF8"/>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31" name="椭圆 130"/>
            <p:cNvSpPr/>
            <p:nvPr>
              <p:custDataLst>
                <p:tags r:id="rId57"/>
              </p:custDataLst>
            </p:nvPr>
          </p:nvSpPr>
          <p:spPr>
            <a:xfrm>
              <a:off x="-1167689" y="3795877"/>
              <a:ext cx="66344" cy="66344"/>
            </a:xfrm>
            <a:prstGeom prst="ellipse">
              <a:avLst/>
            </a:prstGeom>
            <a:solidFill>
              <a:sysClr val="window" lastClr="FFFFFF"/>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优设标题黑" panose="00000500000000000000" charset="-122"/>
                <a:ea typeface="优设标题黑" panose="00000500000000000000" charset="-122"/>
                <a:cs typeface="+mn-ea"/>
                <a:sym typeface="+mn-lt"/>
              </a:endParaRPr>
            </a:p>
          </p:txBody>
        </p:sp>
      </p:grpSp>
      <p:grpSp>
        <p:nvGrpSpPr>
          <p:cNvPr id="132" name="组合 131"/>
          <p:cNvGrpSpPr/>
          <p:nvPr>
            <p:custDataLst>
              <p:tags r:id="rId58"/>
            </p:custDataLst>
          </p:nvPr>
        </p:nvGrpSpPr>
        <p:grpSpPr>
          <a:xfrm>
            <a:off x="8432165" y="3717290"/>
            <a:ext cx="228600" cy="223520"/>
            <a:chOff x="-1248816" y="3714750"/>
            <a:chExt cx="228599" cy="228599"/>
          </a:xfrm>
        </p:grpSpPr>
        <p:sp>
          <p:nvSpPr>
            <p:cNvPr id="133" name="椭圆 132"/>
            <p:cNvSpPr/>
            <p:nvPr>
              <p:custDataLst>
                <p:tags r:id="rId59"/>
              </p:custDataLst>
            </p:nvPr>
          </p:nvSpPr>
          <p:spPr>
            <a:xfrm>
              <a:off x="-1248816" y="3714750"/>
              <a:ext cx="228599" cy="228599"/>
            </a:xfrm>
            <a:prstGeom prst="ellipse">
              <a:avLst/>
            </a:prstGeom>
            <a:solidFill>
              <a:srgbClr val="0888D6"/>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优设标题黑" panose="00000500000000000000" charset="-122"/>
                <a:ea typeface="优设标题黑" panose="00000500000000000000" charset="-122"/>
                <a:cs typeface="+mn-ea"/>
                <a:sym typeface="+mn-lt"/>
              </a:endParaRPr>
            </a:p>
          </p:txBody>
        </p:sp>
        <p:sp>
          <p:nvSpPr>
            <p:cNvPr id="134" name="椭圆 133"/>
            <p:cNvSpPr/>
            <p:nvPr>
              <p:custDataLst>
                <p:tags r:id="rId60"/>
              </p:custDataLst>
            </p:nvPr>
          </p:nvSpPr>
          <p:spPr>
            <a:xfrm>
              <a:off x="-1235295" y="3728271"/>
              <a:ext cx="201557" cy="201557"/>
            </a:xfrm>
            <a:prstGeom prst="ellipse">
              <a:avLst/>
            </a:prstGeom>
            <a:solidFill>
              <a:srgbClr val="319BDC"/>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35" name="椭圆 134"/>
            <p:cNvSpPr/>
            <p:nvPr>
              <p:custDataLst>
                <p:tags r:id="rId61"/>
              </p:custDataLst>
            </p:nvPr>
          </p:nvSpPr>
          <p:spPr>
            <a:xfrm>
              <a:off x="-1221774" y="3741792"/>
              <a:ext cx="174514" cy="174514"/>
            </a:xfrm>
            <a:prstGeom prst="ellipse">
              <a:avLst/>
            </a:prstGeom>
            <a:solidFill>
              <a:srgbClr val="5AAFE3"/>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36" name="椭圆 135"/>
            <p:cNvSpPr/>
            <p:nvPr>
              <p:custDataLst>
                <p:tags r:id="rId62"/>
              </p:custDataLst>
            </p:nvPr>
          </p:nvSpPr>
          <p:spPr>
            <a:xfrm>
              <a:off x="-1208253" y="3755313"/>
              <a:ext cx="147471" cy="147471"/>
            </a:xfrm>
            <a:prstGeom prst="ellipse">
              <a:avLst/>
            </a:prstGeom>
            <a:solidFill>
              <a:srgbClr val="83C3EA"/>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37" name="椭圆 136"/>
            <p:cNvSpPr/>
            <p:nvPr>
              <p:custDataLst>
                <p:tags r:id="rId63"/>
              </p:custDataLst>
            </p:nvPr>
          </p:nvSpPr>
          <p:spPr>
            <a:xfrm>
              <a:off x="-1194731" y="3768835"/>
              <a:ext cx="120429" cy="120429"/>
            </a:xfrm>
            <a:prstGeom prst="ellipse">
              <a:avLst/>
            </a:prstGeom>
            <a:solidFill>
              <a:srgbClr val="ACD7F1"/>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38" name="椭圆 137"/>
            <p:cNvSpPr/>
            <p:nvPr>
              <p:custDataLst>
                <p:tags r:id="rId64"/>
              </p:custDataLst>
            </p:nvPr>
          </p:nvSpPr>
          <p:spPr>
            <a:xfrm>
              <a:off x="-1181210" y="3782356"/>
              <a:ext cx="93386" cy="93386"/>
            </a:xfrm>
            <a:prstGeom prst="ellipse">
              <a:avLst/>
            </a:prstGeom>
            <a:solidFill>
              <a:srgbClr val="D5EBF8"/>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39" name="椭圆 138"/>
            <p:cNvSpPr/>
            <p:nvPr>
              <p:custDataLst>
                <p:tags r:id="rId65"/>
              </p:custDataLst>
            </p:nvPr>
          </p:nvSpPr>
          <p:spPr>
            <a:xfrm>
              <a:off x="-1167689" y="3795877"/>
              <a:ext cx="66344" cy="66344"/>
            </a:xfrm>
            <a:prstGeom prst="ellipse">
              <a:avLst/>
            </a:prstGeom>
            <a:solidFill>
              <a:sysClr val="window" lastClr="FFFFFF"/>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优设标题黑" panose="00000500000000000000" charset="-122"/>
                <a:ea typeface="优设标题黑" panose="00000500000000000000" charset="-122"/>
                <a:cs typeface="+mn-ea"/>
                <a:sym typeface="+mn-lt"/>
              </a:endParaRPr>
            </a:p>
          </p:txBody>
        </p:sp>
      </p:grpSp>
      <p:grpSp>
        <p:nvGrpSpPr>
          <p:cNvPr id="140" name="组合 139"/>
          <p:cNvGrpSpPr/>
          <p:nvPr>
            <p:custDataLst>
              <p:tags r:id="rId66"/>
            </p:custDataLst>
          </p:nvPr>
        </p:nvGrpSpPr>
        <p:grpSpPr>
          <a:xfrm>
            <a:off x="10052050" y="3717290"/>
            <a:ext cx="228600" cy="223520"/>
            <a:chOff x="-1248816" y="3714750"/>
            <a:chExt cx="228599" cy="228599"/>
          </a:xfrm>
        </p:grpSpPr>
        <p:sp>
          <p:nvSpPr>
            <p:cNvPr id="141" name="椭圆 140"/>
            <p:cNvSpPr/>
            <p:nvPr>
              <p:custDataLst>
                <p:tags r:id="rId67"/>
              </p:custDataLst>
            </p:nvPr>
          </p:nvSpPr>
          <p:spPr>
            <a:xfrm>
              <a:off x="-1248816" y="3714750"/>
              <a:ext cx="228599" cy="228599"/>
            </a:xfrm>
            <a:prstGeom prst="ellipse">
              <a:avLst/>
            </a:prstGeom>
            <a:solidFill>
              <a:srgbClr val="0888D6"/>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优设标题黑" panose="00000500000000000000" charset="-122"/>
                <a:ea typeface="优设标题黑" panose="00000500000000000000" charset="-122"/>
                <a:cs typeface="+mn-ea"/>
                <a:sym typeface="+mn-lt"/>
              </a:endParaRPr>
            </a:p>
          </p:txBody>
        </p:sp>
        <p:sp>
          <p:nvSpPr>
            <p:cNvPr id="142" name="椭圆 141"/>
            <p:cNvSpPr/>
            <p:nvPr>
              <p:custDataLst>
                <p:tags r:id="rId68"/>
              </p:custDataLst>
            </p:nvPr>
          </p:nvSpPr>
          <p:spPr>
            <a:xfrm>
              <a:off x="-1235295" y="3728271"/>
              <a:ext cx="201557" cy="201557"/>
            </a:xfrm>
            <a:prstGeom prst="ellipse">
              <a:avLst/>
            </a:prstGeom>
            <a:solidFill>
              <a:srgbClr val="319BDC"/>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43" name="椭圆 142"/>
            <p:cNvSpPr/>
            <p:nvPr>
              <p:custDataLst>
                <p:tags r:id="rId69"/>
              </p:custDataLst>
            </p:nvPr>
          </p:nvSpPr>
          <p:spPr>
            <a:xfrm>
              <a:off x="-1221774" y="3741792"/>
              <a:ext cx="174514" cy="174514"/>
            </a:xfrm>
            <a:prstGeom prst="ellipse">
              <a:avLst/>
            </a:prstGeom>
            <a:solidFill>
              <a:srgbClr val="5AAFE3"/>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44" name="椭圆 143"/>
            <p:cNvSpPr/>
            <p:nvPr>
              <p:custDataLst>
                <p:tags r:id="rId70"/>
              </p:custDataLst>
            </p:nvPr>
          </p:nvSpPr>
          <p:spPr>
            <a:xfrm>
              <a:off x="-1208253" y="3755313"/>
              <a:ext cx="147471" cy="147471"/>
            </a:xfrm>
            <a:prstGeom prst="ellipse">
              <a:avLst/>
            </a:prstGeom>
            <a:solidFill>
              <a:srgbClr val="83C3EA"/>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45" name="椭圆 144"/>
            <p:cNvSpPr/>
            <p:nvPr>
              <p:custDataLst>
                <p:tags r:id="rId71"/>
              </p:custDataLst>
            </p:nvPr>
          </p:nvSpPr>
          <p:spPr>
            <a:xfrm>
              <a:off x="-1194731" y="3768835"/>
              <a:ext cx="120429" cy="120429"/>
            </a:xfrm>
            <a:prstGeom prst="ellipse">
              <a:avLst/>
            </a:prstGeom>
            <a:solidFill>
              <a:srgbClr val="ACD7F1"/>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46" name="椭圆 145"/>
            <p:cNvSpPr/>
            <p:nvPr>
              <p:custDataLst>
                <p:tags r:id="rId72"/>
              </p:custDataLst>
            </p:nvPr>
          </p:nvSpPr>
          <p:spPr>
            <a:xfrm>
              <a:off x="-1181210" y="3782356"/>
              <a:ext cx="93386" cy="93386"/>
            </a:xfrm>
            <a:prstGeom prst="ellipse">
              <a:avLst/>
            </a:prstGeom>
            <a:solidFill>
              <a:srgbClr val="D5EBF8"/>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lumMod val="100000"/>
                  </a:prstClr>
                </a:solidFill>
                <a:effectLst/>
                <a:uLnTx/>
                <a:uFillTx/>
                <a:latin typeface="优设标题黑" panose="00000500000000000000" charset="-122"/>
                <a:ea typeface="优设标题黑" panose="00000500000000000000" charset="-122"/>
                <a:cs typeface="+mn-ea"/>
                <a:sym typeface="+mn-lt"/>
              </a:endParaRPr>
            </a:p>
          </p:txBody>
        </p:sp>
        <p:sp>
          <p:nvSpPr>
            <p:cNvPr id="147" name="椭圆 146"/>
            <p:cNvSpPr/>
            <p:nvPr>
              <p:custDataLst>
                <p:tags r:id="rId73"/>
              </p:custDataLst>
            </p:nvPr>
          </p:nvSpPr>
          <p:spPr>
            <a:xfrm>
              <a:off x="-1167689" y="3795877"/>
              <a:ext cx="66344" cy="66344"/>
            </a:xfrm>
            <a:prstGeom prst="ellipse">
              <a:avLst/>
            </a:prstGeom>
            <a:solidFill>
              <a:sysClr val="window" lastClr="FFFFFF"/>
            </a:solidFill>
            <a:ln w="12700" cap="flat" cmpd="sng" algn="ctr">
              <a:noFill/>
              <a:prstDash val="solid"/>
              <a:miter lim="800000"/>
            </a:ln>
            <a:effectLst/>
          </p:spPr>
          <p:txBody>
            <a:bodyPr rtlCol="0" anchor="ctr"/>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优设标题黑" panose="00000500000000000000" charset="-122"/>
                <a:ea typeface="优设标题黑" panose="00000500000000000000" charset="-122"/>
                <a:cs typeface="+mn-ea"/>
                <a:sym typeface="+mn-lt"/>
              </a:endParaRPr>
            </a:p>
          </p:txBody>
        </p:sp>
      </p:grpSp>
      <p:grpSp>
        <p:nvGrpSpPr>
          <p:cNvPr id="153" name="组合 152"/>
          <p:cNvGrpSpPr/>
          <p:nvPr>
            <p:custDataLst>
              <p:tags r:id="rId74"/>
            </p:custDataLst>
          </p:nvPr>
        </p:nvGrpSpPr>
        <p:grpSpPr>
          <a:xfrm>
            <a:off x="839325" y="1795780"/>
            <a:ext cx="2533939" cy="1353472"/>
            <a:chOff x="-845086" y="3285949"/>
            <a:chExt cx="2533941" cy="1384699"/>
          </a:xfrm>
        </p:grpSpPr>
        <p:sp>
          <p:nvSpPr>
            <p:cNvPr id="154" name="文本框 153"/>
            <p:cNvSpPr txBox="1"/>
            <p:nvPr>
              <p:custDataLst>
                <p:tags r:id="rId75"/>
              </p:custDataLst>
            </p:nvPr>
          </p:nvSpPr>
          <p:spPr>
            <a:xfrm>
              <a:off x="-613343" y="3285949"/>
              <a:ext cx="2061231" cy="407981"/>
            </a:xfrm>
            <a:prstGeom prst="rect">
              <a:avLst/>
            </a:prstGeom>
            <a:noFill/>
          </p:spPr>
          <p:txBody>
            <a:bodyPr wrap="square" rtlCol="0">
              <a:spAutoFit/>
            </a:bodyPr>
            <a:p>
              <a:pPr algn="ct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大赛启动</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5" name="文本框 154"/>
            <p:cNvSpPr txBox="1"/>
            <p:nvPr>
              <p:custDataLst>
                <p:tags r:id="rId76"/>
              </p:custDataLst>
            </p:nvPr>
          </p:nvSpPr>
          <p:spPr>
            <a:xfrm>
              <a:off x="-845086" y="3662474"/>
              <a:ext cx="2497602" cy="344964"/>
            </a:xfrm>
            <a:prstGeom prst="rect">
              <a:avLst/>
            </a:prstGeom>
            <a:noFill/>
          </p:spPr>
          <p:txBody>
            <a:bodyPr wrap="square">
              <a:spAutoFit/>
            </a:bodyPr>
            <a:p>
              <a:pPr algn="ct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lt"/>
                </a:rPr>
                <a:t>9.10—10.25</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56" name="矩形 155"/>
            <p:cNvSpPr/>
            <p:nvPr>
              <p:custDataLst>
                <p:tags r:id="rId77"/>
              </p:custDataLst>
            </p:nvPr>
          </p:nvSpPr>
          <p:spPr>
            <a:xfrm>
              <a:off x="-808746" y="3916403"/>
              <a:ext cx="2497601" cy="754245"/>
            </a:xfrm>
            <a:prstGeom prst="rect">
              <a:avLst/>
            </a:prstGeom>
          </p:spPr>
          <p:txBody>
            <a:bodyPr wrap="square">
              <a:spAutoFit/>
            </a:bodyPr>
            <a:p>
              <a:pPr indent="0" algn="ctr">
                <a:lnSpc>
                  <a:spcPct val="150000"/>
                </a:lnSpc>
                <a:buFont typeface="Arial" panose="020B0604020202020204" pitchFamily="34" charset="0"/>
                <a:buNone/>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2024年9月10号大赛发布相关通知，报名开始。</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grpSp>
        <p:nvGrpSpPr>
          <p:cNvPr id="157" name="组合 156"/>
          <p:cNvGrpSpPr/>
          <p:nvPr>
            <p:custDataLst>
              <p:tags r:id="rId78"/>
            </p:custDataLst>
          </p:nvPr>
        </p:nvGrpSpPr>
        <p:grpSpPr>
          <a:xfrm>
            <a:off x="3790315" y="1580515"/>
            <a:ext cx="3196590" cy="1676400"/>
            <a:chOff x="-1562914" y="3359360"/>
            <a:chExt cx="4040508" cy="1715078"/>
          </a:xfrm>
        </p:grpSpPr>
        <p:sp>
          <p:nvSpPr>
            <p:cNvPr id="158" name="文本框 157"/>
            <p:cNvSpPr txBox="1"/>
            <p:nvPr>
              <p:custDataLst>
                <p:tags r:id="rId79"/>
              </p:custDataLst>
            </p:nvPr>
          </p:nvSpPr>
          <p:spPr>
            <a:xfrm>
              <a:off x="-613343" y="3359360"/>
              <a:ext cx="2061231" cy="407981"/>
            </a:xfrm>
            <a:prstGeom prst="rect">
              <a:avLst/>
            </a:prstGeom>
            <a:noFill/>
          </p:spPr>
          <p:txBody>
            <a:bodyPr wrap="square" rtlCol="0">
              <a:spAutoFit/>
            </a:bodyPr>
            <a:p>
              <a:pPr algn="ct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报名截止</a:t>
              </a:r>
              <a:endParaRPr lang="zh-CN" altLang="en-US" b="1" dirty="0"/>
            </a:p>
          </p:txBody>
        </p:sp>
        <p:sp>
          <p:nvSpPr>
            <p:cNvPr id="159" name="文本框 158"/>
            <p:cNvSpPr txBox="1"/>
            <p:nvPr>
              <p:custDataLst>
                <p:tags r:id="rId80"/>
              </p:custDataLst>
            </p:nvPr>
          </p:nvSpPr>
          <p:spPr>
            <a:xfrm>
              <a:off x="-1051845" y="3777086"/>
              <a:ext cx="2933067" cy="344965"/>
            </a:xfrm>
            <a:prstGeom prst="rect">
              <a:avLst/>
            </a:prstGeom>
            <a:noFill/>
          </p:spPr>
          <p:txBody>
            <a:bodyPr wrap="square">
              <a:spAutoFit/>
            </a:bodyPr>
            <a:p>
              <a:pPr algn="ct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lt"/>
                </a:rPr>
                <a:t>10.25   24:00截止</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60" name="矩形 159"/>
            <p:cNvSpPr/>
            <p:nvPr>
              <p:custDataLst>
                <p:tags r:id="rId81"/>
              </p:custDataLst>
            </p:nvPr>
          </p:nvSpPr>
          <p:spPr>
            <a:xfrm>
              <a:off x="-1562914" y="3989521"/>
              <a:ext cx="4040508" cy="1084917"/>
            </a:xfrm>
            <a:prstGeom prst="rect">
              <a:avLst/>
            </a:prstGeom>
          </p:spPr>
          <p:txBody>
            <a:bodyPr wrap="square">
              <a:spAutoFit/>
            </a:bodyPr>
            <a:p>
              <a:pPr indent="0" algn="ctr">
                <a:lnSpc>
                  <a:spcPct val="150000"/>
                </a:lnSpc>
                <a:buFont typeface="Arial" panose="020B0604020202020204" pitchFamily="34" charset="0"/>
                <a:buNone/>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个人赛由参赛者本人报名，高职赛仅限队长报名，不可重复组队。大赛全程不收取任何费用。</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grpSp>
        <p:nvGrpSpPr>
          <p:cNvPr id="161" name="组合 160"/>
          <p:cNvGrpSpPr/>
          <p:nvPr>
            <p:custDataLst>
              <p:tags r:id="rId82"/>
            </p:custDataLst>
          </p:nvPr>
        </p:nvGrpSpPr>
        <p:grpSpPr>
          <a:xfrm>
            <a:off x="7133590" y="1508760"/>
            <a:ext cx="3164205" cy="1676400"/>
            <a:chOff x="-1095766" y="3359360"/>
            <a:chExt cx="3164207" cy="1715079"/>
          </a:xfrm>
        </p:grpSpPr>
        <p:sp>
          <p:nvSpPr>
            <p:cNvPr id="162" name="文本框 161"/>
            <p:cNvSpPr txBox="1"/>
            <p:nvPr>
              <p:custDataLst>
                <p:tags r:id="rId83"/>
              </p:custDataLst>
            </p:nvPr>
          </p:nvSpPr>
          <p:spPr>
            <a:xfrm>
              <a:off x="-613343" y="3359360"/>
              <a:ext cx="2061231" cy="407981"/>
            </a:xfrm>
            <a:prstGeom prst="rect">
              <a:avLst/>
            </a:prstGeom>
            <a:noFill/>
          </p:spPr>
          <p:txBody>
            <a:bodyPr wrap="square" rtlCol="0">
              <a:spAutoFit/>
            </a:bodyPr>
            <a:p>
              <a:pPr algn="ct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省赛</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3" name="文本框 162"/>
            <p:cNvSpPr txBox="1"/>
            <p:nvPr>
              <p:custDataLst>
                <p:tags r:id="rId84"/>
              </p:custDataLst>
            </p:nvPr>
          </p:nvSpPr>
          <p:spPr>
            <a:xfrm>
              <a:off x="-1060206" y="3736158"/>
              <a:ext cx="3050542" cy="344965"/>
            </a:xfrm>
            <a:prstGeom prst="rect">
              <a:avLst/>
            </a:prstGeom>
            <a:noFill/>
          </p:spPr>
          <p:txBody>
            <a:bodyPr wrap="square">
              <a:spAutoFit/>
            </a:bodyPr>
            <a:p>
              <a:pPr algn="ctr">
                <a:buClrTx/>
                <a:buSzTx/>
                <a:buFontTx/>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lt"/>
                </a:rPr>
                <a:t>11.16-11.17</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64" name="矩形 163"/>
            <p:cNvSpPr/>
            <p:nvPr>
              <p:custDataLst>
                <p:tags r:id="rId85"/>
              </p:custDataLst>
            </p:nvPr>
          </p:nvSpPr>
          <p:spPr>
            <a:xfrm>
              <a:off x="-1095766" y="3989522"/>
              <a:ext cx="3164207" cy="1084917"/>
            </a:xfrm>
            <a:prstGeom prst="rect">
              <a:avLst/>
            </a:prstGeom>
          </p:spPr>
          <p:txBody>
            <a:bodyPr wrap="square">
              <a:spAutoFit/>
            </a:bodyPr>
            <a:p>
              <a:pPr indent="0" algn="ctr">
                <a:lnSpc>
                  <a:spcPct val="150000"/>
                </a:lnSpc>
                <a:buFont typeface="Arial" panose="020B0604020202020204" pitchFamily="34" charset="0"/>
                <a:buNone/>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根据报名情况安排线下</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线上比赛，由各省承办单位组织，组委会派专家监督，参赛地点后续在官网通知。</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grpSp>
        <p:nvGrpSpPr>
          <p:cNvPr id="165" name="组合 164"/>
          <p:cNvGrpSpPr/>
          <p:nvPr>
            <p:custDataLst>
              <p:tags r:id="rId86"/>
            </p:custDataLst>
          </p:nvPr>
        </p:nvGrpSpPr>
        <p:grpSpPr>
          <a:xfrm>
            <a:off x="8547735" y="4518025"/>
            <a:ext cx="3189605" cy="1676400"/>
            <a:chOff x="-1196731" y="3285949"/>
            <a:chExt cx="3189607" cy="1715079"/>
          </a:xfrm>
        </p:grpSpPr>
        <p:sp>
          <p:nvSpPr>
            <p:cNvPr id="166" name="文本框 165"/>
            <p:cNvSpPr txBox="1"/>
            <p:nvPr>
              <p:custDataLst>
                <p:tags r:id="rId87"/>
              </p:custDataLst>
            </p:nvPr>
          </p:nvSpPr>
          <p:spPr>
            <a:xfrm>
              <a:off x="-613343" y="3285949"/>
              <a:ext cx="2061231" cy="407981"/>
            </a:xfrm>
            <a:prstGeom prst="rect">
              <a:avLst/>
            </a:prstGeom>
            <a:noFill/>
          </p:spPr>
          <p:txBody>
            <a:bodyPr wrap="square" rtlCol="0">
              <a:spAutoFit/>
            </a:bodyPr>
            <a:p>
              <a:pPr algn="ct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总决赛及颁奖</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7" name="文本框 166"/>
            <p:cNvSpPr txBox="1"/>
            <p:nvPr>
              <p:custDataLst>
                <p:tags r:id="rId88"/>
              </p:custDataLst>
            </p:nvPr>
          </p:nvSpPr>
          <p:spPr>
            <a:xfrm>
              <a:off x="-1131961" y="3662747"/>
              <a:ext cx="3053717" cy="376798"/>
            </a:xfrm>
            <a:prstGeom prst="rect">
              <a:avLst/>
            </a:prstGeom>
            <a:noFill/>
          </p:spPr>
          <p:txBody>
            <a:bodyPr wrap="square">
              <a:spAutoFit/>
            </a:bodyPr>
            <a:p>
              <a:pPr algn="ctr"/>
              <a:r>
                <a:rPr dirty="0">
                  <a:solidFill>
                    <a:schemeClr val="tx1">
                      <a:lumMod val="85000"/>
                      <a:lumOff val="15000"/>
                    </a:schemeClr>
                  </a:solidFill>
                  <a:cs typeface="+mn-ea"/>
                  <a:sym typeface="+mn-lt"/>
                </a:rPr>
                <a:t>11</a:t>
              </a:r>
              <a:r>
                <a:rPr lang="en-US" dirty="0">
                  <a:solidFill>
                    <a:schemeClr val="tx1">
                      <a:lumMod val="85000"/>
                      <a:lumOff val="15000"/>
                    </a:schemeClr>
                  </a:solidFill>
                  <a:cs typeface="+mn-ea"/>
                  <a:sym typeface="+mn-lt"/>
                </a:rPr>
                <a:t>.</a:t>
              </a:r>
              <a:r>
                <a:rPr dirty="0">
                  <a:solidFill>
                    <a:schemeClr val="tx1">
                      <a:lumMod val="85000"/>
                      <a:lumOff val="15000"/>
                    </a:schemeClr>
                  </a:solidFill>
                  <a:cs typeface="+mn-ea"/>
                  <a:sym typeface="+mn-lt"/>
                </a:rPr>
                <a:t>30-12</a:t>
              </a:r>
              <a:r>
                <a:rPr lang="en-US" dirty="0">
                  <a:solidFill>
                    <a:schemeClr val="tx1">
                      <a:lumMod val="85000"/>
                      <a:lumOff val="15000"/>
                    </a:schemeClr>
                  </a:solidFill>
                  <a:cs typeface="+mn-ea"/>
                  <a:sym typeface="+mn-lt"/>
                </a:rPr>
                <a:t>.</a:t>
              </a:r>
              <a:r>
                <a:rPr dirty="0">
                  <a:solidFill>
                    <a:schemeClr val="tx1">
                      <a:lumMod val="85000"/>
                      <a:lumOff val="15000"/>
                    </a:schemeClr>
                  </a:solidFill>
                  <a:cs typeface="+mn-ea"/>
                  <a:sym typeface="+mn-lt"/>
                </a:rPr>
                <a:t>1</a:t>
              </a:r>
              <a:endParaRPr dirty="0">
                <a:solidFill>
                  <a:schemeClr val="tx1">
                    <a:lumMod val="85000"/>
                    <a:lumOff val="15000"/>
                  </a:schemeClr>
                </a:solidFill>
                <a:cs typeface="+mn-ea"/>
                <a:sym typeface="+mn-lt"/>
              </a:endParaRPr>
            </a:p>
          </p:txBody>
        </p:sp>
        <p:sp>
          <p:nvSpPr>
            <p:cNvPr id="168" name="矩形 167"/>
            <p:cNvSpPr/>
            <p:nvPr>
              <p:custDataLst>
                <p:tags r:id="rId89"/>
              </p:custDataLst>
            </p:nvPr>
          </p:nvSpPr>
          <p:spPr>
            <a:xfrm>
              <a:off x="-1196731" y="3916111"/>
              <a:ext cx="3189607" cy="1084917"/>
            </a:xfrm>
            <a:prstGeom prst="rect">
              <a:avLst/>
            </a:prstGeom>
          </p:spPr>
          <p:txBody>
            <a:bodyPr wrap="square">
              <a:spAutoFit/>
            </a:bodyPr>
            <a:p>
              <a:pPr indent="0" algn="ctr">
                <a:lnSpc>
                  <a:spcPct val="150000"/>
                </a:lnSpc>
                <a:buFont typeface="Arial" panose="020B0604020202020204" pitchFamily="34" charset="0"/>
                <a:buNone/>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总决赛为现场赛，地点为广东省广州软件科学园。参赛选手差旅食宿自理，费用由参赛学生所在学校承担。</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grpSp>
        <p:nvGrpSpPr>
          <p:cNvPr id="169" name="组合 168"/>
          <p:cNvGrpSpPr/>
          <p:nvPr>
            <p:custDataLst>
              <p:tags r:id="rId90"/>
            </p:custDataLst>
          </p:nvPr>
        </p:nvGrpSpPr>
        <p:grpSpPr>
          <a:xfrm>
            <a:off x="5420995" y="4518025"/>
            <a:ext cx="2853055" cy="1353186"/>
            <a:chOff x="-1029091" y="3285949"/>
            <a:chExt cx="2853057" cy="1384407"/>
          </a:xfrm>
        </p:grpSpPr>
        <p:sp>
          <p:nvSpPr>
            <p:cNvPr id="170" name="文本框 169"/>
            <p:cNvSpPr txBox="1"/>
            <p:nvPr>
              <p:custDataLst>
                <p:tags r:id="rId91"/>
              </p:custDataLst>
            </p:nvPr>
          </p:nvSpPr>
          <p:spPr>
            <a:xfrm>
              <a:off x="-613343" y="3285949"/>
              <a:ext cx="2061231" cy="407981"/>
            </a:xfrm>
            <a:prstGeom prst="rect">
              <a:avLst/>
            </a:prstGeom>
            <a:noFill/>
          </p:spPr>
          <p:txBody>
            <a:bodyPr wrap="square" rtlCol="0">
              <a:spAutoFit/>
            </a:bodyPr>
            <a:p>
              <a:pPr algn="ct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预选赛</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1" name="文本框 170"/>
            <p:cNvSpPr txBox="1"/>
            <p:nvPr>
              <p:custDataLst>
                <p:tags r:id="rId92"/>
              </p:custDataLst>
            </p:nvPr>
          </p:nvSpPr>
          <p:spPr>
            <a:xfrm>
              <a:off x="-1029091" y="3662747"/>
              <a:ext cx="2825117" cy="376797"/>
            </a:xfrm>
            <a:prstGeom prst="rect">
              <a:avLst/>
            </a:prstGeom>
            <a:noFill/>
          </p:spPr>
          <p:txBody>
            <a:bodyPr wrap="square">
              <a:spAutoFit/>
            </a:bodyPr>
            <a:p>
              <a:pPr algn="ctr"/>
              <a:r>
                <a:rPr dirty="0">
                  <a:solidFill>
                    <a:schemeClr val="tx1">
                      <a:lumMod val="85000"/>
                      <a:lumOff val="15000"/>
                    </a:schemeClr>
                  </a:solidFill>
                  <a:cs typeface="+mn-ea"/>
                  <a:sym typeface="+mn-lt"/>
                </a:rPr>
                <a:t>10</a:t>
              </a:r>
              <a:r>
                <a:rPr lang="en-US" dirty="0">
                  <a:solidFill>
                    <a:schemeClr val="tx1">
                      <a:lumMod val="85000"/>
                      <a:lumOff val="15000"/>
                    </a:schemeClr>
                  </a:solidFill>
                  <a:cs typeface="+mn-ea"/>
                  <a:sym typeface="+mn-lt"/>
                </a:rPr>
                <a:t>.</a:t>
              </a:r>
              <a:r>
                <a:rPr dirty="0">
                  <a:solidFill>
                    <a:schemeClr val="tx1">
                      <a:lumMod val="85000"/>
                      <a:lumOff val="15000"/>
                    </a:schemeClr>
                  </a:solidFill>
                  <a:cs typeface="+mn-ea"/>
                  <a:sym typeface="+mn-lt"/>
                </a:rPr>
                <a:t>26-10</a:t>
              </a:r>
              <a:r>
                <a:rPr lang="en-US" dirty="0">
                  <a:solidFill>
                    <a:schemeClr val="tx1">
                      <a:lumMod val="85000"/>
                      <a:lumOff val="15000"/>
                    </a:schemeClr>
                  </a:solidFill>
                  <a:cs typeface="+mn-ea"/>
                  <a:sym typeface="+mn-lt"/>
                </a:rPr>
                <a:t>.</a:t>
              </a:r>
              <a:r>
                <a:rPr dirty="0">
                  <a:solidFill>
                    <a:schemeClr val="tx1">
                      <a:lumMod val="85000"/>
                      <a:lumOff val="15000"/>
                    </a:schemeClr>
                  </a:solidFill>
                  <a:cs typeface="+mn-ea"/>
                  <a:sym typeface="+mn-lt"/>
                </a:rPr>
                <a:t>27</a:t>
              </a:r>
              <a:endParaRPr dirty="0">
                <a:solidFill>
                  <a:schemeClr val="tx1">
                    <a:lumMod val="85000"/>
                    <a:lumOff val="15000"/>
                  </a:schemeClr>
                </a:solidFill>
                <a:cs typeface="+mn-ea"/>
                <a:sym typeface="+mn-lt"/>
              </a:endParaRPr>
            </a:p>
          </p:txBody>
        </p:sp>
        <p:sp>
          <p:nvSpPr>
            <p:cNvPr id="172" name="矩形 171"/>
            <p:cNvSpPr/>
            <p:nvPr>
              <p:custDataLst>
                <p:tags r:id="rId93"/>
              </p:custDataLst>
            </p:nvPr>
          </p:nvSpPr>
          <p:spPr>
            <a:xfrm>
              <a:off x="-880501" y="3916111"/>
              <a:ext cx="2704467" cy="754245"/>
            </a:xfrm>
            <a:prstGeom prst="rect">
              <a:avLst/>
            </a:prstGeom>
          </p:spPr>
          <p:txBody>
            <a:bodyPr wrap="square">
              <a:spAutoFit/>
            </a:bodyPr>
            <a:p>
              <a:pPr indent="0" algn="ctr">
                <a:lnSpc>
                  <a:spcPct val="150000"/>
                </a:lnSpc>
                <a:buFont typeface="Arial" panose="020B0604020202020204" pitchFamily="34" charset="0"/>
                <a:buNone/>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预选赛为互联网比赛形式，不限制比赛地点,全国统一线上举行。</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grpSp>
        <p:nvGrpSpPr>
          <p:cNvPr id="173" name="组合 172"/>
          <p:cNvGrpSpPr/>
          <p:nvPr>
            <p:custDataLst>
              <p:tags r:id="rId94"/>
            </p:custDataLst>
          </p:nvPr>
        </p:nvGrpSpPr>
        <p:grpSpPr>
          <a:xfrm>
            <a:off x="1998980" y="4518025"/>
            <a:ext cx="3082925" cy="1676399"/>
            <a:chOff x="-1120531" y="3285949"/>
            <a:chExt cx="3082927" cy="1715078"/>
          </a:xfrm>
        </p:grpSpPr>
        <p:sp>
          <p:nvSpPr>
            <p:cNvPr id="174" name="文本框 173"/>
            <p:cNvSpPr txBox="1"/>
            <p:nvPr>
              <p:custDataLst>
                <p:tags r:id="rId95"/>
              </p:custDataLst>
            </p:nvPr>
          </p:nvSpPr>
          <p:spPr>
            <a:xfrm>
              <a:off x="-613343" y="3285949"/>
              <a:ext cx="2061231" cy="407981"/>
            </a:xfrm>
            <a:prstGeom prst="rect">
              <a:avLst/>
            </a:prstGeom>
            <a:noFill/>
          </p:spPr>
          <p:txBody>
            <a:bodyPr wrap="square" rtlCol="0">
              <a:spAutoFit/>
            </a:bodyPr>
            <a:p>
              <a:pPr algn="ct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赛前练习</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5" name="文本框 174"/>
            <p:cNvSpPr txBox="1"/>
            <p:nvPr>
              <p:custDataLst>
                <p:tags r:id="rId96"/>
              </p:custDataLst>
            </p:nvPr>
          </p:nvSpPr>
          <p:spPr>
            <a:xfrm>
              <a:off x="-1120531" y="3719267"/>
              <a:ext cx="3047367" cy="344965"/>
            </a:xfrm>
            <a:prstGeom prst="rect">
              <a:avLst/>
            </a:prstGeom>
            <a:noFill/>
          </p:spPr>
          <p:txBody>
            <a:bodyPr wrap="square">
              <a:spAutoFit/>
            </a:bodyPr>
            <a:p>
              <a:pPr algn="ct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lt"/>
                </a:rPr>
                <a:t>9.10—10.25</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76" name="矩形 175"/>
            <p:cNvSpPr/>
            <p:nvPr>
              <p:custDataLst>
                <p:tags r:id="rId97"/>
              </p:custDataLst>
            </p:nvPr>
          </p:nvSpPr>
          <p:spPr>
            <a:xfrm>
              <a:off x="-1098941" y="3916110"/>
              <a:ext cx="3061337" cy="1084917"/>
            </a:xfrm>
            <a:prstGeom prst="rect">
              <a:avLst/>
            </a:prstGeom>
          </p:spPr>
          <p:txBody>
            <a:bodyPr wrap="square">
              <a:spAutoFit/>
            </a:bodyPr>
            <a:p>
              <a:pPr indent="0" algn="ctr">
                <a:lnSpc>
                  <a:spcPct val="150000"/>
                </a:lnSpc>
                <a:buFont typeface="Arial" panose="020B0604020202020204" pitchFamily="34" charset="0"/>
                <a:buNone/>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大赛将安排赛前培训，具体时间安排请留意大赛官网www.mooctest.org和公众号：慕测平台</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2"/>
          <p:cNvSpPr txBox="1"/>
          <p:nvPr/>
        </p:nvSpPr>
        <p:spPr>
          <a:xfrm>
            <a:off x="5662930" y="2208530"/>
            <a:ext cx="6048375" cy="4175125"/>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457200" algn="just">
              <a:lnSpc>
                <a:spcPct val="150000"/>
              </a:lnSpc>
              <a:buNone/>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内容占位符 2"/>
          <p:cNvSpPr txBox="1"/>
          <p:nvPr/>
        </p:nvSpPr>
        <p:spPr>
          <a:xfrm>
            <a:off x="442595" y="2208530"/>
            <a:ext cx="4829175" cy="4175125"/>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457200" algn="just">
              <a:lnSpc>
                <a:spcPct val="150000"/>
              </a:lnSpc>
              <a:buNone/>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Text Box 7"/>
          <p:cNvSpPr txBox="1">
            <a:spLocks noChangeArrowheads="1"/>
          </p:cNvSpPr>
          <p:nvPr/>
        </p:nvSpPr>
        <p:spPr bwMode="auto">
          <a:xfrm>
            <a:off x="3364548" y="393700"/>
            <a:ext cx="1742440" cy="353060"/>
          </a:xfrm>
          <a:prstGeom prst="rect">
            <a:avLst/>
          </a:prstGeom>
          <a:noFill/>
          <a:ln w="9525">
            <a:noFill/>
            <a:miter lim="800000"/>
          </a:ln>
          <a:extLst>
            <a:ext uri="{909E8E84-426E-40DD-AFC4-6F175D3DCCD1}">
              <a14:hiddenFill xmlns:a14="http://schemas.microsoft.com/office/drawing/2010/main">
                <a:solidFill>
                  <a:srgbClr val="0070C0"/>
                </a:solidFill>
              </a14:hiddenFill>
            </a:ext>
          </a:extLst>
        </p:spPr>
        <p:txBody>
          <a:bodyPr wrap="none" lIns="46078" tIns="23040" rIns="46078" bIns="23040">
            <a:spAutoFit/>
          </a:bodyPr>
          <a:p>
            <a:pPr algn="ctr" defTabSz="1096645"/>
            <a:r>
              <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赛道、赛项</a:t>
            </a:r>
            <a:endPar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3" name="组合 42"/>
          <p:cNvGrpSpPr/>
          <p:nvPr/>
        </p:nvGrpSpPr>
        <p:grpSpPr>
          <a:xfrm>
            <a:off x="226695" y="321945"/>
            <a:ext cx="11412855" cy="647700"/>
            <a:chOff x="357" y="168"/>
            <a:chExt cx="17973" cy="1020"/>
          </a:xfrm>
        </p:grpSpPr>
        <p:sp>
          <p:nvSpPr>
            <p:cNvPr id="44" name="矩形 43"/>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5" name="矩形 44"/>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6" name="矩形 45"/>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sp>
        <p:nvSpPr>
          <p:cNvPr id="50" name="矩形 49"/>
          <p:cNvSpPr/>
          <p:nvPr/>
        </p:nvSpPr>
        <p:spPr>
          <a:xfrm>
            <a:off x="3233420" y="405130"/>
            <a:ext cx="36000" cy="324000"/>
          </a:xfrm>
          <a:prstGeom prst="rect">
            <a:avLst/>
          </a:prstGeom>
          <a:solidFill>
            <a:schemeClr val="accent1"/>
          </a:solidFill>
        </p:spPr>
        <p:txBody>
          <a:bodyPr wrap="none">
            <a:spAutoFit/>
          </a:bodyPr>
          <a:p>
            <a:pPr indent="0" algn="l">
              <a:buFont typeface="Wingdings" panose="05000000000000000000" pitchFamily="2" charset="2"/>
              <a:buNone/>
            </a:pP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21" name="对角圆角矩形 20"/>
          <p:cNvSpPr/>
          <p:nvPr/>
        </p:nvSpPr>
        <p:spPr>
          <a:xfrm>
            <a:off x="1878965" y="1150620"/>
            <a:ext cx="1996440" cy="947420"/>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98581" tIns="49291" rIns="98581" bIns="49291" anchor="ctr"/>
          <a:p>
            <a:pPr algn="ctr">
              <a:defRPr/>
            </a:pPr>
            <a:r>
              <a:rPr lang="zh-CN" altLang="en-US" sz="2400" b="1" dirty="0">
                <a:solidFill>
                  <a:schemeClr val="bg1"/>
                </a:solidFill>
                <a:latin typeface="微软雅黑" panose="020B0503020204020204" pitchFamily="34" charset="-122"/>
                <a:ea typeface="微软雅黑" panose="020B0503020204020204" pitchFamily="34" charset="-122"/>
              </a:rPr>
              <a:t>两个赛道</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22" name="对角圆角矩形 21"/>
          <p:cNvSpPr/>
          <p:nvPr/>
        </p:nvSpPr>
        <p:spPr>
          <a:xfrm>
            <a:off x="7604125" y="1169035"/>
            <a:ext cx="1842770" cy="917575"/>
          </a:xfrm>
          <a:prstGeom prst="round2Diag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98581" tIns="49291" rIns="98581" bIns="49291" anchor="ctr"/>
          <a:p>
            <a:pPr algn="ctr">
              <a:defRPr/>
            </a:pPr>
            <a:r>
              <a:rPr lang="zh-CN" altLang="en-US" sz="2400" b="1" dirty="0">
                <a:solidFill>
                  <a:schemeClr val="bg1"/>
                </a:solidFill>
                <a:latin typeface="微软雅黑" panose="020B0503020204020204" pitchFamily="34" charset="-122"/>
                <a:ea typeface="微软雅黑" panose="020B0503020204020204" pitchFamily="34" charset="-122"/>
              </a:rPr>
              <a:t>四个赛项</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16840" y="2208530"/>
            <a:ext cx="5106670" cy="3747135"/>
          </a:xfrm>
          <a:prstGeom prst="rect">
            <a:avLst/>
          </a:prstGeom>
        </p:spPr>
        <p:txBody>
          <a:bodyPr wrap="square">
            <a:noAutofit/>
          </a:bodyPr>
          <a:p>
            <a:pPr lvl="1" algn="l">
              <a:lnSpc>
                <a:spcPct val="150000"/>
              </a:lnSpc>
              <a:buClrTx/>
              <a:buSzTx/>
            </a:pPr>
            <a:r>
              <a:rPr lang="zh-CN" altLang="en-US" sz="1700" b="1" dirty="0">
                <a:latin typeface="微软雅黑" panose="020B0503020204020204" pitchFamily="34" charset="-122"/>
                <a:ea typeface="微软雅黑" panose="020B0503020204020204" pitchFamily="34" charset="-122"/>
                <a:cs typeface="微软雅黑" panose="020B0503020204020204" pitchFamily="34" charset="-122"/>
                <a:sym typeface="+mn-ea"/>
              </a:rPr>
              <a:t>个人赛</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：全国全日制高等院校在校研究生和本科、专科大学生均可参加，选手1名、指导教师1名。</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a:lnSpc>
                <a:spcPct val="150000"/>
              </a:lnSpc>
              <a:buClrTx/>
              <a:buSzTx/>
            </a:pPr>
            <a:r>
              <a:rPr lang="zh-CN" altLang="en-US" sz="1700" b="1" dirty="0">
                <a:latin typeface="微软雅黑" panose="020B0503020204020204" pitchFamily="34" charset="-122"/>
                <a:ea typeface="微软雅黑" panose="020B0503020204020204" pitchFamily="34" charset="-122"/>
                <a:cs typeface="微软雅黑" panose="020B0503020204020204" pitchFamily="34" charset="-122"/>
                <a:sym typeface="+mn-ea"/>
              </a:rPr>
              <a:t>团队赛</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：仅限在校高职高专大学生参加，高职赛为团队形式，每队由同一学校3名学生组成，指导教师最多2名。</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a:lnSpc>
                <a:spcPct val="150000"/>
              </a:lnSpc>
              <a:buClrTx/>
              <a:buSzTx/>
            </a:pPr>
            <a:r>
              <a:rPr lang="zh-CN" altLang="en-US" sz="1700" b="1" dirty="0">
                <a:latin typeface="微软雅黑" panose="020B0503020204020204" pitchFamily="34" charset="-122"/>
                <a:ea typeface="微软雅黑" panose="020B0503020204020204" pitchFamily="34" charset="-122"/>
                <a:cs typeface="微软雅黑" panose="020B0503020204020204" pitchFamily="34" charset="-122"/>
                <a:sym typeface="+mn-ea"/>
              </a:rPr>
              <a:t>备注</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：车联网安全测试赛项分为预选赛、总决赛，参赛形式仅为个人赛，校研究生和本科、专科大学生均可参加。</a:t>
            </a:r>
            <a:endParaRPr lang="zh-CN" sz="17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nSpc>
                <a:spcPct val="150000"/>
              </a:lnSpc>
              <a:buFont typeface="Wingdings" panose="05000000000000000000" pitchFamily="2" charset="2"/>
              <a:buChar char="l"/>
            </a:pPr>
            <a:endParaRPr lang="en-US" altLang="zh-CN" sz="17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内容占位符 2"/>
          <p:cNvSpPr txBox="1"/>
          <p:nvPr/>
        </p:nvSpPr>
        <p:spPr>
          <a:xfrm>
            <a:off x="5736590" y="2208530"/>
            <a:ext cx="5891530" cy="4436110"/>
          </a:xfrm>
          <a:prstGeom prst="rect">
            <a:avLst/>
          </a:prstGeom>
          <a:ln>
            <a:no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0" lvl="1" algn="l" defTabSz="914400" fontAlgn="auto">
              <a:lnSpc>
                <a:spcPct val="150000"/>
              </a:lnSpc>
              <a:buClrTx/>
              <a:buSzTx/>
              <a:buFontTx/>
              <a:buNone/>
            </a:pPr>
            <a:r>
              <a:rPr lang="zh-CN" altLang="en-US" sz="1700" b="1" dirty="0">
                <a:latin typeface="微软雅黑" panose="020B0503020204020204" pitchFamily="34" charset="-122"/>
                <a:ea typeface="微软雅黑" panose="020B0503020204020204" pitchFamily="34" charset="-122"/>
                <a:cs typeface="微软雅黑" panose="020B0503020204020204" pitchFamily="34" charset="-122"/>
                <a:sym typeface="+mn-ea"/>
              </a:rPr>
              <a:t>开发者测试大赛</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：采用慕测平台，基于Junit设计测试用例，使用Eclipse编写测试脚本和提交测试报告，采用自动化评分。</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algn="l" defTabSz="914400" fontAlgn="auto">
              <a:lnSpc>
                <a:spcPct val="150000"/>
              </a:lnSpc>
              <a:spcBef>
                <a:spcPts val="200"/>
              </a:spcBef>
              <a:buClrTx/>
              <a:buSzTx/>
              <a:buFontTx/>
              <a:buNone/>
            </a:pPr>
            <a:r>
              <a:rPr lang="zh-CN" altLang="en-US" sz="1700" b="1" dirty="0">
                <a:latin typeface="微软雅黑" panose="020B0503020204020204" pitchFamily="34" charset="-122"/>
                <a:ea typeface="微软雅黑" panose="020B0503020204020204" pitchFamily="34" charset="-122"/>
                <a:cs typeface="微软雅黑" panose="020B0503020204020204" pitchFamily="34" charset="-122"/>
                <a:sym typeface="+mn-ea"/>
              </a:rPr>
              <a:t>Web应用测试大赛</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：采用慕测平台，使用Selenium编写自动化测试脚本，使用Jmeter编写性能测试脚本，采用自动化和专家相结合的评分方法。</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algn="l" defTabSz="914400" fontAlgn="auto">
              <a:lnSpc>
                <a:spcPct val="150000"/>
              </a:lnSpc>
              <a:buClrTx/>
              <a:buSzTx/>
              <a:buFontTx/>
              <a:buNone/>
            </a:pPr>
            <a:r>
              <a:rPr lang="zh-CN" altLang="en-US" sz="1700" b="1" dirty="0">
                <a:latin typeface="微软雅黑" panose="020B0503020204020204" pitchFamily="34" charset="-122"/>
                <a:ea typeface="微软雅黑" panose="020B0503020204020204" pitchFamily="34" charset="-122"/>
                <a:cs typeface="微软雅黑" panose="020B0503020204020204" pitchFamily="34" charset="-122"/>
                <a:sym typeface="+mn-ea"/>
              </a:rPr>
              <a:t>嵌入式测试大赛</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：采用慕测平台，结合凯云嵌入式系统测试教学实训平台等提交测试报告，采用自动化和专家相结合的评分方法。</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algn="l" defTabSz="914400" fontAlgn="auto">
              <a:lnSpc>
                <a:spcPct val="150000"/>
              </a:lnSpc>
              <a:buClrTx/>
              <a:buSzTx/>
              <a:buFontTx/>
              <a:buNone/>
            </a:pPr>
            <a:r>
              <a:rPr lang="zh-CN" altLang="en-US" sz="1700" b="1" dirty="0">
                <a:latin typeface="微软雅黑" panose="020B0503020204020204" pitchFamily="34" charset="-122"/>
                <a:ea typeface="微软雅黑" panose="020B0503020204020204" pitchFamily="34" charset="-122"/>
                <a:cs typeface="微软雅黑" panose="020B0503020204020204" pitchFamily="34" charset="-122"/>
                <a:sym typeface="+mn-ea"/>
              </a:rPr>
              <a:t>车联网安全测试大赛</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：采用慕测平台，结合汽车网络安全相关测试工具提交测试报告。</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文本框 26"/>
          <p:cNvSpPr txBox="1"/>
          <p:nvPr/>
        </p:nvSpPr>
        <p:spPr>
          <a:xfrm>
            <a:off x="982980" y="332105"/>
            <a:ext cx="2194560" cy="460375"/>
          </a:xfrm>
          <a:prstGeom prst="rect">
            <a:avLst/>
          </a:prstGeom>
          <a:noFill/>
        </p:spPr>
        <p:txBody>
          <a:bodyPr wrap="square" rtlCol="0">
            <a:spAutoFit/>
          </a:bodyPr>
          <a:p>
            <a:r>
              <a:rPr lang="zh-CN" sz="2400" b="1" spc="100">
                <a:latin typeface="微软雅黑" panose="020B0503020204020204" pitchFamily="34" charset="-122"/>
                <a:ea typeface="微软雅黑" panose="020B0503020204020204" pitchFamily="34" charset="-122"/>
                <a:sym typeface="+mn-ea"/>
              </a:rPr>
              <a:t>二、赛制流程</a:t>
            </a:r>
            <a:endParaRPr lang="zh-CN" sz="2400" b="1" spc="1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txBox="1"/>
          <p:nvPr/>
        </p:nvSpPr>
        <p:spPr>
          <a:xfrm>
            <a:off x="3070225" y="2650490"/>
            <a:ext cx="8484870" cy="3010535"/>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457200" algn="just">
              <a:lnSpc>
                <a:spcPct val="150000"/>
              </a:lnSpc>
              <a:buNone/>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内容占位符 2"/>
          <p:cNvSpPr txBox="1"/>
          <p:nvPr/>
        </p:nvSpPr>
        <p:spPr>
          <a:xfrm>
            <a:off x="767715" y="1196340"/>
            <a:ext cx="10787380" cy="1196340"/>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457200" algn="just">
              <a:lnSpc>
                <a:spcPct val="150000"/>
              </a:lnSpc>
              <a:buNone/>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Text Box 7"/>
          <p:cNvSpPr txBox="1">
            <a:spLocks noChangeArrowheads="1"/>
          </p:cNvSpPr>
          <p:nvPr/>
        </p:nvSpPr>
        <p:spPr bwMode="auto">
          <a:xfrm>
            <a:off x="3386138" y="393700"/>
            <a:ext cx="1412240" cy="353060"/>
          </a:xfrm>
          <a:prstGeom prst="rect">
            <a:avLst/>
          </a:prstGeom>
          <a:noFill/>
          <a:ln w="9525">
            <a:noFill/>
            <a:miter lim="800000"/>
          </a:ln>
          <a:extLst>
            <a:ext uri="{909E8E84-426E-40DD-AFC4-6F175D3DCCD1}">
              <a14:hiddenFill xmlns:a14="http://schemas.microsoft.com/office/drawing/2010/main">
                <a:solidFill>
                  <a:srgbClr val="0070C0"/>
                </a:solidFill>
              </a14:hiddenFill>
            </a:ext>
          </a:extLst>
        </p:spPr>
        <p:txBody>
          <a:bodyPr wrap="none" lIns="46078" tIns="23040" rIns="46078" bIns="23040">
            <a:spAutoFit/>
          </a:bodyPr>
          <a:p>
            <a:pPr algn="ctr" defTabSz="1096645"/>
            <a:r>
              <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晋级规则</a:t>
            </a:r>
            <a:endPar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3" name="组合 42"/>
          <p:cNvGrpSpPr/>
          <p:nvPr/>
        </p:nvGrpSpPr>
        <p:grpSpPr>
          <a:xfrm>
            <a:off x="226695" y="321945"/>
            <a:ext cx="11412855" cy="647700"/>
            <a:chOff x="357" y="168"/>
            <a:chExt cx="17973" cy="1020"/>
          </a:xfrm>
        </p:grpSpPr>
        <p:sp>
          <p:nvSpPr>
            <p:cNvPr id="44" name="矩形 43"/>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5" name="矩形 44"/>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6" name="矩形 45"/>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sp>
        <p:nvSpPr>
          <p:cNvPr id="50" name="矩形 49"/>
          <p:cNvSpPr/>
          <p:nvPr/>
        </p:nvSpPr>
        <p:spPr>
          <a:xfrm>
            <a:off x="3233420" y="405130"/>
            <a:ext cx="36000" cy="324000"/>
          </a:xfrm>
          <a:prstGeom prst="rect">
            <a:avLst/>
          </a:prstGeom>
          <a:solidFill>
            <a:schemeClr val="accent1"/>
          </a:solidFill>
        </p:spPr>
        <p:txBody>
          <a:bodyPr wrap="none">
            <a:spAutoFit/>
          </a:bodyPr>
          <a:p>
            <a:pPr indent="0" algn="l">
              <a:buFont typeface="Wingdings" panose="05000000000000000000" pitchFamily="2" charset="2"/>
              <a:buNone/>
            </a:pP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6" name="内容占位符 2"/>
          <p:cNvSpPr txBox="1"/>
          <p:nvPr/>
        </p:nvSpPr>
        <p:spPr>
          <a:xfrm>
            <a:off x="520065" y="1333500"/>
            <a:ext cx="10953750" cy="1893570"/>
          </a:xfrm>
          <a:prstGeom prst="rect">
            <a:avLst/>
          </a:prstGeom>
          <a:ln>
            <a:no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457200">
              <a:lnSpc>
                <a:spcPct val="150000"/>
              </a:lnSpc>
              <a:buNone/>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大赛分预选赛、省赛（未举办省赛的省份选手参加同期举办的网络赛）、总决赛，每一阶段成绩不带入下一轮。</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对角圆角矩形 20"/>
          <p:cNvSpPr/>
          <p:nvPr/>
        </p:nvSpPr>
        <p:spPr>
          <a:xfrm>
            <a:off x="767715" y="2924810"/>
            <a:ext cx="1996440" cy="1042035"/>
          </a:xfrm>
          <a:prstGeom prst="round2Diag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8581" tIns="49291" rIns="98581" bIns="49291" anchor="ctr"/>
          <a:p>
            <a:pPr algn="ctr">
              <a:defRPr/>
            </a:pPr>
            <a:r>
              <a:rPr lang="zh-CN" altLang="en-US" sz="2400" b="1" dirty="0">
                <a:solidFill>
                  <a:schemeClr val="bg1"/>
                </a:solidFill>
                <a:latin typeface="微软雅黑" panose="020B0503020204020204" pitchFamily="34" charset="-122"/>
                <a:ea typeface="微软雅黑" panose="020B0503020204020204" pitchFamily="34" charset="-122"/>
              </a:rPr>
              <a:t>晋级规则</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2695575" y="2637155"/>
            <a:ext cx="8290560" cy="3371215"/>
          </a:xfrm>
          <a:prstGeom prst="rect">
            <a:avLst/>
          </a:prstGeom>
        </p:spPr>
        <p:txBody>
          <a:bodyPr wrap="square">
            <a:noAutofit/>
          </a:bodyPr>
          <a:p>
            <a:pPr lvl="1" indent="457200" algn="l">
              <a:lnSpc>
                <a:spcPct val="150000"/>
              </a:lnSpc>
              <a:buClrTx/>
              <a:buSzTx/>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预选赛</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报名不限制名额，鼓励选手参加多个赛项；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457200" algn="l">
              <a:lnSpc>
                <a:spcPct val="150000"/>
              </a:lnSpc>
              <a:buClrTx/>
              <a:buSzTx/>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省赛</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预选赛晋级省赛名额为预选赛报名人数的前30%，每院校各分赛项不超过30名或10队；</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457200" algn="l">
              <a:lnSpc>
                <a:spcPct val="150000"/>
              </a:lnSpc>
              <a:buClrTx/>
              <a:buSzTx/>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总决赛</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省赛晋级总决赛以各省赛各分项赛的个人赛前3名、团队赛第1名直接晋级，剩余总决赛名额按省赛及未设置省赛的全国总排名前20%的选手依次晋级，总决赛每个分项赛同一学校不超过6人、团队不超过3队。</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文本框 26"/>
          <p:cNvSpPr txBox="1"/>
          <p:nvPr/>
        </p:nvSpPr>
        <p:spPr>
          <a:xfrm>
            <a:off x="982980" y="332105"/>
            <a:ext cx="2146935" cy="460375"/>
          </a:xfrm>
          <a:prstGeom prst="rect">
            <a:avLst/>
          </a:prstGeom>
          <a:noFill/>
        </p:spPr>
        <p:txBody>
          <a:bodyPr wrap="square" rtlCol="0">
            <a:spAutoFit/>
          </a:bodyPr>
          <a:p>
            <a:r>
              <a:rPr lang="zh-CN" sz="2400" b="1" spc="100">
                <a:latin typeface="微软雅黑" panose="020B0503020204020204" pitchFamily="34" charset="-122"/>
                <a:ea typeface="微软雅黑" panose="020B0503020204020204" pitchFamily="34" charset="-122"/>
                <a:sym typeface="+mn-ea"/>
              </a:rPr>
              <a:t>二、赛制流程</a:t>
            </a:r>
            <a:endParaRPr lang="zh-CN" sz="2400" b="1" spc="1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txBox="1"/>
          <p:nvPr/>
        </p:nvSpPr>
        <p:spPr>
          <a:xfrm>
            <a:off x="550545" y="1125220"/>
            <a:ext cx="11089005" cy="4545965"/>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457200" algn="just">
              <a:lnSpc>
                <a:spcPct val="150000"/>
              </a:lnSpc>
              <a:buNone/>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Text Box 7"/>
          <p:cNvSpPr txBox="1">
            <a:spLocks noChangeArrowheads="1"/>
          </p:cNvSpPr>
          <p:nvPr/>
        </p:nvSpPr>
        <p:spPr bwMode="auto">
          <a:xfrm>
            <a:off x="3386138" y="393700"/>
            <a:ext cx="1412240" cy="353060"/>
          </a:xfrm>
          <a:prstGeom prst="rect">
            <a:avLst/>
          </a:prstGeom>
          <a:noFill/>
          <a:ln w="9525">
            <a:noFill/>
            <a:miter lim="800000"/>
          </a:ln>
          <a:extLst>
            <a:ext uri="{909E8E84-426E-40DD-AFC4-6F175D3DCCD1}">
              <a14:hiddenFill xmlns:a14="http://schemas.microsoft.com/office/drawing/2010/main">
                <a:solidFill>
                  <a:srgbClr val="0070C0"/>
                </a:solidFill>
              </a14:hiddenFill>
            </a:ext>
          </a:extLst>
        </p:spPr>
        <p:txBody>
          <a:bodyPr wrap="none" lIns="46078" tIns="23040" rIns="46078" bIns="23040">
            <a:spAutoFit/>
          </a:bodyPr>
          <a:p>
            <a:pPr algn="ctr" defTabSz="1096645"/>
            <a:r>
              <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选手奖励</a:t>
            </a:r>
            <a:endPar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3" name="组合 42"/>
          <p:cNvGrpSpPr/>
          <p:nvPr/>
        </p:nvGrpSpPr>
        <p:grpSpPr>
          <a:xfrm>
            <a:off x="226695" y="321945"/>
            <a:ext cx="11412855" cy="647700"/>
            <a:chOff x="357" y="168"/>
            <a:chExt cx="17973" cy="1020"/>
          </a:xfrm>
        </p:grpSpPr>
        <p:sp>
          <p:nvSpPr>
            <p:cNvPr id="44" name="矩形 43"/>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5" name="矩形 44"/>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6" name="矩形 45"/>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sp>
        <p:nvSpPr>
          <p:cNvPr id="50" name="矩形 49"/>
          <p:cNvSpPr/>
          <p:nvPr/>
        </p:nvSpPr>
        <p:spPr>
          <a:xfrm>
            <a:off x="3233420" y="405130"/>
            <a:ext cx="36000" cy="324000"/>
          </a:xfrm>
          <a:prstGeom prst="rect">
            <a:avLst/>
          </a:prstGeom>
          <a:solidFill>
            <a:schemeClr val="accent1"/>
          </a:solidFill>
        </p:spPr>
        <p:txBody>
          <a:bodyPr wrap="none">
            <a:spAutoFit/>
          </a:bodyPr>
          <a:p>
            <a:pPr indent="0" algn="l">
              <a:buFont typeface="Wingdings" panose="05000000000000000000" pitchFamily="2" charset="2"/>
              <a:buNone/>
            </a:pP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7" name="object 4"/>
          <p:cNvSpPr txBox="1">
            <a:spLocks noGrp="1"/>
          </p:cNvSpPr>
          <p:nvPr/>
        </p:nvSpPr>
        <p:spPr>
          <a:xfrm>
            <a:off x="246380" y="1338580"/>
            <a:ext cx="11240135" cy="3983355"/>
          </a:xfrm>
          <a:prstGeom prst="rect">
            <a:avLst/>
          </a:prstGeom>
        </p:spPr>
        <p:txBody>
          <a:bodyPr vert="horz" wrap="square" lIns="0" tIns="13335" rIns="0" bIns="0" rtlCol="0">
            <a:spAutoFit/>
          </a:bodyPr>
          <a:lstStyle>
            <a:lvl1pPr marL="0">
              <a:defRPr sz="1400" b="0" i="0">
                <a:solidFill>
                  <a:srgbClr val="0076CA"/>
                </a:solidFill>
                <a:latin typeface="微软雅黑 Light" panose="020B0502040204020203" charset="-122"/>
                <a:ea typeface="+mn-ea"/>
                <a:cs typeface="微软雅黑 Light" panose="020B0502040204020203" charset="-122"/>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800100" lvl="1" indent="-342900">
              <a:lnSpc>
                <a:spcPct val="150000"/>
              </a:lnSpc>
              <a:buFont typeface="Wingdings" panose="05000000000000000000" charset="0"/>
              <a:buChar char="Ø"/>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预选赛</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晋级省赛，晋级名额以各分赛项成绩前30%的选手，不颁发证书及奖励。</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nSpc>
                <a:spcPct val="150000"/>
              </a:lnSpc>
              <a:buFont typeface="Wingdings" panose="05000000000000000000" charset="0"/>
              <a:buChar char="Ø"/>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省赛</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设置省赛的省份颁发省级证书，其他省份以全国总成绩颁发证书。设一等奖省赛成绩前10%的选手、二等奖省赛成绩前10%—25%的选手、三等奖省赛成绩前25%—50%的选手、优胜奖若干(分数不低于三等奖最低成绩的50%)。</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nSpc>
                <a:spcPct val="150000"/>
              </a:lnSpc>
              <a:buFont typeface="Wingdings" panose="05000000000000000000" charset="0"/>
              <a:buChar char="Ø"/>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总决赛</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每个分项赛独立评分和设奖，由大赛组委会颁发证书和企业赞助大赛奖金,设特等奖3名(队)、一等奖5名(队)、二等奖15名(队)，各奖项奖金分别为每人(队)5000元人民币、2000元人民币、1000元人民币；其它总决赛参赛选手为三等奖获得者</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nSpc>
                <a:spcPct val="150000"/>
              </a:lnSpc>
              <a:buFont typeface="Wingdings" panose="05000000000000000000" charset="0"/>
              <a:buChar char="Ø"/>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备注</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本次大赛在报名官网发放电子版证书；</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nSpc>
                <a:spcPct val="150000"/>
              </a:lnSpc>
              <a:buFont typeface="Wingdings" panose="05000000000000000000" charset="0"/>
              <a:buChar char="Ø"/>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总决赛选手可申请参加次年国际测试邀请赛。</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文本框 26"/>
          <p:cNvSpPr txBox="1"/>
          <p:nvPr/>
        </p:nvSpPr>
        <p:spPr>
          <a:xfrm>
            <a:off x="982980" y="332105"/>
            <a:ext cx="2206625" cy="460375"/>
          </a:xfrm>
          <a:prstGeom prst="rect">
            <a:avLst/>
          </a:prstGeom>
          <a:noFill/>
        </p:spPr>
        <p:txBody>
          <a:bodyPr wrap="square" rtlCol="0">
            <a:spAutoFit/>
          </a:bodyPr>
          <a:p>
            <a:r>
              <a:rPr lang="zh-CN" sz="2400" b="1" spc="100">
                <a:latin typeface="微软雅黑" panose="020B0503020204020204" pitchFamily="34" charset="-122"/>
                <a:ea typeface="微软雅黑" panose="020B0503020204020204" pitchFamily="34" charset="-122"/>
                <a:sym typeface="+mn-ea"/>
              </a:rPr>
              <a:t>二、赛制流程</a:t>
            </a:r>
            <a:endParaRPr lang="zh-CN" sz="2400" b="1" spc="1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内容占位符 2"/>
          <p:cNvSpPr txBox="1"/>
          <p:nvPr/>
        </p:nvSpPr>
        <p:spPr>
          <a:xfrm>
            <a:off x="694690" y="1369695"/>
            <a:ext cx="10836275" cy="3359785"/>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457200" algn="just">
              <a:lnSpc>
                <a:spcPct val="150000"/>
              </a:lnSpc>
              <a:buNone/>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Text Box 7"/>
          <p:cNvSpPr txBox="1">
            <a:spLocks noChangeArrowheads="1"/>
          </p:cNvSpPr>
          <p:nvPr/>
        </p:nvSpPr>
        <p:spPr bwMode="auto">
          <a:xfrm>
            <a:off x="3386138" y="393700"/>
            <a:ext cx="1412240" cy="353060"/>
          </a:xfrm>
          <a:prstGeom prst="rect">
            <a:avLst/>
          </a:prstGeom>
          <a:noFill/>
          <a:ln w="9525">
            <a:noFill/>
            <a:miter lim="800000"/>
          </a:ln>
          <a:extLst>
            <a:ext uri="{909E8E84-426E-40DD-AFC4-6F175D3DCCD1}">
              <a14:hiddenFill xmlns:a14="http://schemas.microsoft.com/office/drawing/2010/main">
                <a:solidFill>
                  <a:srgbClr val="0070C0"/>
                </a:solidFill>
              </a14:hiddenFill>
            </a:ext>
          </a:extLst>
        </p:spPr>
        <p:txBody>
          <a:bodyPr wrap="none" lIns="46078" tIns="23040" rIns="46078" bIns="23040">
            <a:spAutoFit/>
          </a:bodyPr>
          <a:p>
            <a:pPr algn="ctr" defTabSz="1096645"/>
            <a:r>
              <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教师奖励</a:t>
            </a:r>
            <a:endPar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3" name="组合 42"/>
          <p:cNvGrpSpPr/>
          <p:nvPr/>
        </p:nvGrpSpPr>
        <p:grpSpPr>
          <a:xfrm>
            <a:off x="226695" y="321945"/>
            <a:ext cx="11412855" cy="647700"/>
            <a:chOff x="357" y="168"/>
            <a:chExt cx="17973" cy="1020"/>
          </a:xfrm>
        </p:grpSpPr>
        <p:sp>
          <p:nvSpPr>
            <p:cNvPr id="44" name="矩形 43"/>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5" name="矩形 44"/>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6" name="矩形 45"/>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sp>
        <p:nvSpPr>
          <p:cNvPr id="50" name="矩形 49"/>
          <p:cNvSpPr/>
          <p:nvPr/>
        </p:nvSpPr>
        <p:spPr>
          <a:xfrm>
            <a:off x="3233420" y="405130"/>
            <a:ext cx="36000" cy="324000"/>
          </a:xfrm>
          <a:prstGeom prst="rect">
            <a:avLst/>
          </a:prstGeom>
          <a:solidFill>
            <a:schemeClr val="accent1"/>
          </a:solidFill>
        </p:spPr>
        <p:txBody>
          <a:bodyPr wrap="none">
            <a:spAutoFit/>
          </a:bodyPr>
          <a:p>
            <a:pPr indent="0" algn="l">
              <a:buFont typeface="Wingdings" panose="05000000000000000000" pitchFamily="2" charset="2"/>
              <a:buNone/>
            </a:pP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7" name="object 4"/>
          <p:cNvSpPr txBox="1">
            <a:spLocks noGrp="1"/>
          </p:cNvSpPr>
          <p:nvPr/>
        </p:nvSpPr>
        <p:spPr>
          <a:xfrm>
            <a:off x="478155" y="1412240"/>
            <a:ext cx="10704830" cy="2967990"/>
          </a:xfrm>
          <a:prstGeom prst="rect">
            <a:avLst/>
          </a:prstGeom>
        </p:spPr>
        <p:txBody>
          <a:bodyPr vert="horz" wrap="square" lIns="0" tIns="13335" rIns="0" bIns="0" rtlCol="0">
            <a:spAutoFit/>
          </a:bodyPr>
          <a:lstStyle>
            <a:lvl1pPr marL="0">
              <a:defRPr sz="1400" b="0" i="0">
                <a:solidFill>
                  <a:srgbClr val="0076CA"/>
                </a:solidFill>
                <a:latin typeface="微软雅黑 Light" panose="020B0502040204020203" charset="-122"/>
                <a:ea typeface="+mn-ea"/>
                <a:cs typeface="微软雅黑 Light" panose="020B0502040204020203" charset="-122"/>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lvl="1" indent="457200">
              <a:lnSpc>
                <a:spcPct val="200000"/>
              </a:lnSpc>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优秀组织教师奖</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依据预选赛参赛人数评选。</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457200">
              <a:lnSpc>
                <a:spcPct val="200000"/>
              </a:lnSpc>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卓越指导教师奖</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依据总决赛成绩综合评选。</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457200">
              <a:lnSpc>
                <a:spcPct val="200000"/>
              </a:lnSpc>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杰出贡献教师奖</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依据组织大赛的年数和人数综合评选。</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457200">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教师相关奖项不区分赛项。每项均为个人赛5名，团队赛5名。获奖教师每位获得1000元人民币，颁发证书。</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文本框 26"/>
          <p:cNvSpPr txBox="1"/>
          <p:nvPr/>
        </p:nvSpPr>
        <p:spPr>
          <a:xfrm>
            <a:off x="982980" y="332105"/>
            <a:ext cx="2162810" cy="460375"/>
          </a:xfrm>
          <a:prstGeom prst="rect">
            <a:avLst/>
          </a:prstGeom>
          <a:noFill/>
        </p:spPr>
        <p:txBody>
          <a:bodyPr wrap="square" rtlCol="0">
            <a:spAutoFit/>
          </a:bodyPr>
          <a:p>
            <a:r>
              <a:rPr lang="zh-CN" sz="2400" b="1" spc="100">
                <a:latin typeface="微软雅黑" panose="020B0503020204020204" pitchFamily="34" charset="-122"/>
                <a:ea typeface="微软雅黑" panose="020B0503020204020204" pitchFamily="34" charset="-122"/>
                <a:sym typeface="+mn-ea"/>
              </a:rPr>
              <a:t>二、赛制流程</a:t>
            </a:r>
            <a:endParaRPr lang="zh-CN" sz="2400" b="1" spc="100" dirty="0">
              <a:solidFill>
                <a:schemeClr val="tx1"/>
              </a:solidFill>
              <a:latin typeface="微软雅黑" panose="020B0503020204020204" pitchFamily="34" charset="-122"/>
              <a:ea typeface="微软雅黑" panose="020B0503020204020204" pitchFamily="34" charset="-122"/>
            </a:endParaRPr>
          </a:p>
        </p:txBody>
      </p:sp>
      <p:pic>
        <p:nvPicPr>
          <p:cNvPr id="2" name="图片 1" descr="奖金规则"/>
          <p:cNvPicPr>
            <a:picLocks noChangeAspect="1"/>
          </p:cNvPicPr>
          <p:nvPr/>
        </p:nvPicPr>
        <p:blipFill>
          <a:blip r:embed="rId1"/>
          <a:stretch>
            <a:fillRect/>
          </a:stretch>
        </p:blipFill>
        <p:spPr>
          <a:xfrm>
            <a:off x="838200" y="1579880"/>
            <a:ext cx="517525" cy="517525"/>
          </a:xfrm>
          <a:prstGeom prst="rect">
            <a:avLst/>
          </a:prstGeom>
        </p:spPr>
      </p:pic>
      <p:pic>
        <p:nvPicPr>
          <p:cNvPr id="3" name="图片 2" descr="奖金规则"/>
          <p:cNvPicPr>
            <a:picLocks noChangeAspect="1"/>
          </p:cNvPicPr>
          <p:nvPr/>
        </p:nvPicPr>
        <p:blipFill>
          <a:blip r:embed="rId1"/>
          <a:stretch>
            <a:fillRect/>
          </a:stretch>
        </p:blipFill>
        <p:spPr>
          <a:xfrm>
            <a:off x="838200" y="2228215"/>
            <a:ext cx="517525" cy="517525"/>
          </a:xfrm>
          <a:prstGeom prst="rect">
            <a:avLst/>
          </a:prstGeom>
        </p:spPr>
      </p:pic>
      <p:pic>
        <p:nvPicPr>
          <p:cNvPr id="4" name="图片 3" descr="奖金规则"/>
          <p:cNvPicPr>
            <a:picLocks noChangeAspect="1"/>
          </p:cNvPicPr>
          <p:nvPr/>
        </p:nvPicPr>
        <p:blipFill>
          <a:blip r:embed="rId1"/>
          <a:stretch>
            <a:fillRect/>
          </a:stretch>
        </p:blipFill>
        <p:spPr>
          <a:xfrm>
            <a:off x="838200" y="2828290"/>
            <a:ext cx="517525" cy="5175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 name="Text Box 7"/>
          <p:cNvSpPr txBox="1">
            <a:spLocks noChangeArrowheads="1"/>
          </p:cNvSpPr>
          <p:nvPr/>
        </p:nvSpPr>
        <p:spPr bwMode="auto">
          <a:xfrm>
            <a:off x="3457893" y="393700"/>
            <a:ext cx="1412240" cy="353060"/>
          </a:xfrm>
          <a:prstGeom prst="rect">
            <a:avLst/>
          </a:prstGeom>
          <a:noFill/>
          <a:ln w="9525">
            <a:noFill/>
            <a:miter lim="800000"/>
          </a:ln>
          <a:extLst>
            <a:ext uri="{909E8E84-426E-40DD-AFC4-6F175D3DCCD1}">
              <a14:hiddenFill xmlns:a14="http://schemas.microsoft.com/office/drawing/2010/main">
                <a:solidFill>
                  <a:srgbClr val="0070C0"/>
                </a:solidFill>
              </a14:hiddenFill>
            </a:ext>
          </a:extLst>
        </p:spPr>
        <p:txBody>
          <a:bodyPr wrap="none" lIns="46078" tIns="23040" rIns="46078" bIns="23040">
            <a:spAutoFit/>
          </a:bodyPr>
          <a:p>
            <a:pPr algn="ctr" defTabSz="1096645"/>
            <a:r>
              <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赛事报名</a:t>
            </a:r>
            <a:endPar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3" name="组合 42"/>
          <p:cNvGrpSpPr/>
          <p:nvPr/>
        </p:nvGrpSpPr>
        <p:grpSpPr>
          <a:xfrm>
            <a:off x="226695" y="321945"/>
            <a:ext cx="11412855" cy="647700"/>
            <a:chOff x="357" y="168"/>
            <a:chExt cx="17973" cy="1020"/>
          </a:xfrm>
        </p:grpSpPr>
        <p:sp>
          <p:nvSpPr>
            <p:cNvPr id="44" name="矩形 43"/>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5" name="矩形 44"/>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6" name="矩形 45"/>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sp>
        <p:nvSpPr>
          <p:cNvPr id="50" name="矩形 49"/>
          <p:cNvSpPr/>
          <p:nvPr/>
        </p:nvSpPr>
        <p:spPr>
          <a:xfrm>
            <a:off x="3233420" y="405130"/>
            <a:ext cx="36000" cy="324000"/>
          </a:xfrm>
          <a:prstGeom prst="rect">
            <a:avLst/>
          </a:prstGeom>
          <a:solidFill>
            <a:schemeClr val="accent1"/>
          </a:solidFill>
        </p:spPr>
        <p:txBody>
          <a:bodyPr wrap="none">
            <a:spAutoFit/>
          </a:bodyPr>
          <a:p>
            <a:pPr indent="0" algn="l">
              <a:buFont typeface="Wingdings" panose="05000000000000000000" pitchFamily="2" charset="2"/>
              <a:buNone/>
            </a:pP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2" name="内容占位符 2"/>
          <p:cNvSpPr txBox="1"/>
          <p:nvPr/>
        </p:nvSpPr>
        <p:spPr>
          <a:xfrm>
            <a:off x="772160" y="995045"/>
            <a:ext cx="10592435" cy="5594985"/>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0">
              <a:lnSpc>
                <a:spcPct val="114000"/>
              </a:lnSpc>
              <a:buNone/>
            </a:pPr>
            <a:endParaRPr sz="800" dirty="0">
              <a:latin typeface="微软雅黑 Light" panose="020B0502040204020203" charset="-122"/>
              <a:ea typeface="微软雅黑 Light" panose="020B0502040204020203" charset="-122"/>
              <a:sym typeface="+mn-ea"/>
            </a:endParaRPr>
          </a:p>
          <a:p>
            <a:pPr marL="0" lvl="1" indent="0" algn="l">
              <a:lnSpc>
                <a:spcPct val="150000"/>
              </a:lnSpc>
              <a:spcBef>
                <a:spcPts val="510"/>
              </a:spcBef>
              <a:buClrTx/>
              <a:buSzTx/>
              <a:buNone/>
            </a:pPr>
            <a:r>
              <a:rPr lang="zh-CN" altLang="en-US" sz="18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rPr>
              <a:t>报名时间：</a:t>
            </a:r>
            <a:endParaRPr lang="zh-CN" altLang="en-US" sz="18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nSpc>
                <a:spcPct val="150000"/>
              </a:lnSpc>
            </a:pP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大赛报名通道将于9月</a:t>
            </a:r>
            <a:r>
              <a:rPr 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号</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20:00</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开启</a:t>
            </a:r>
            <a:r>
              <a:rPr 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，于</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月</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25</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日</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24:00</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截止</a:t>
            </a:r>
            <a:r>
              <a:rPr 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lgn="l">
              <a:lnSpc>
                <a:spcPct val="150000"/>
              </a:lnSpc>
              <a:spcBef>
                <a:spcPts val="510"/>
              </a:spcBef>
              <a:buClrTx/>
              <a:buSzTx/>
              <a:buNone/>
            </a:pPr>
            <a:r>
              <a:rPr lang="zh-CN" altLang="en-US" sz="18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rPr>
              <a:t>报名通道：</a:t>
            </a:r>
            <a:endParaRPr lang="zh-CN" altLang="en-US" sz="18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nSpc>
                <a:spcPct val="150000"/>
              </a:lnSpc>
            </a:pP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届时请登录大赛官网（www.mooctest.org）</a:t>
            </a:r>
            <a:r>
              <a:rPr 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查询各类通知；</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参赛者可以访问慕测平台(http://www.mooctest.net/)报名参赛。</a:t>
            </a:r>
            <a:r>
              <a:rPr 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个人赛由参赛者本人报名，高职赛仅限队长报名，不可重复组队</a:t>
            </a:r>
            <a:r>
              <a:rPr 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参赛选手报名请填写真实姓名，否则会影响到证书颁发</a:t>
            </a:r>
            <a:r>
              <a:rPr 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报名请务必填写指导老师，如自行参赛请填写“无”，于省赛开始前停止修改指导老师；</a:t>
            </a:r>
            <a:endParaRPr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lgn="l">
              <a:lnSpc>
                <a:spcPct val="150000"/>
              </a:lnSpc>
              <a:spcBef>
                <a:spcPts val="510"/>
              </a:spcBef>
              <a:buClrTx/>
              <a:buSzTx/>
              <a:buNone/>
            </a:pPr>
            <a:r>
              <a:rPr lang="zh-CN" altLang="en-US" sz="18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rPr>
              <a:t>报名费用：</a:t>
            </a:r>
            <a:endParaRPr lang="zh-CN" altLang="en-US" sz="18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a:lnSpc>
                <a:spcPct val="150000"/>
              </a:lnSpc>
              <a:buClrTx/>
              <a:buSzTx/>
            </a:pP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大赛全程不收取任何费用；</a:t>
            </a:r>
            <a:endParaRPr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lgn="l">
              <a:lnSpc>
                <a:spcPct val="150000"/>
              </a:lnSpc>
              <a:buClrTx/>
              <a:buSzTx/>
              <a:buNone/>
            </a:pPr>
            <a:r>
              <a:rPr lang="zh-CN" altLang="en-US" sz="18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rPr>
              <a:t>备注：</a:t>
            </a:r>
            <a:endParaRPr lang="zh-CN" altLang="en-US" sz="18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a:lnSpc>
                <a:spcPct val="150000"/>
              </a:lnSpc>
              <a:buClrTx/>
              <a:buSzTx/>
            </a:pP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参赛选手可任选赛项参赛，在时间不冲突的前提下可参加多个分项赛。选手多个赛项进入省赛，可同时参加省赛。如多个赛项进入总决赛，须任选其一赛项参赛</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lgn="l">
              <a:lnSpc>
                <a:spcPct val="150000"/>
              </a:lnSpc>
              <a:buClrTx/>
              <a:buSzTx/>
              <a:buNone/>
            </a:pPr>
            <a:endParaRPr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lgn="l">
              <a:lnSpc>
                <a:spcPct val="150000"/>
              </a:lnSpc>
              <a:buClrTx/>
              <a:buSzTx/>
              <a:buNone/>
            </a:pPr>
            <a:r>
              <a:rPr 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sz="1800" dirty="0">
              <a:latin typeface="微软雅黑 Light" panose="020B0502040204020203" charset="-122"/>
              <a:ea typeface="微软雅黑 Light" panose="020B0502040204020203" charset="-122"/>
              <a:sym typeface="+mn-ea"/>
            </a:endParaRPr>
          </a:p>
          <a:p>
            <a:pPr marL="233045" lvl="1" indent="0" algn="l">
              <a:lnSpc>
                <a:spcPct val="150000"/>
              </a:lnSpc>
              <a:buClrTx/>
              <a:buSzTx/>
              <a:buNone/>
            </a:pPr>
            <a:endParaRPr lang="zh-CN" altLang="en-US" sz="18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文本框 26"/>
          <p:cNvSpPr txBox="1"/>
          <p:nvPr/>
        </p:nvSpPr>
        <p:spPr>
          <a:xfrm>
            <a:off x="982980" y="332105"/>
            <a:ext cx="2179320" cy="460375"/>
          </a:xfrm>
          <a:prstGeom prst="rect">
            <a:avLst/>
          </a:prstGeom>
          <a:noFill/>
        </p:spPr>
        <p:txBody>
          <a:bodyPr wrap="square" rtlCol="0">
            <a:spAutoFit/>
          </a:bodyPr>
          <a:p>
            <a:r>
              <a:rPr lang="zh-CN" sz="2400" b="1" spc="100">
                <a:latin typeface="微软雅黑" panose="020B0503020204020204" pitchFamily="34" charset="-122"/>
                <a:ea typeface="微软雅黑" panose="020B0503020204020204" pitchFamily="34" charset="-122"/>
                <a:sym typeface="+mn-ea"/>
              </a:rPr>
              <a:t>二、赛制流程</a:t>
            </a:r>
            <a:endParaRPr lang="zh-CN" sz="2400" b="1" spc="1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 name="Text Box 7"/>
          <p:cNvSpPr txBox="1">
            <a:spLocks noChangeArrowheads="1"/>
          </p:cNvSpPr>
          <p:nvPr/>
        </p:nvSpPr>
        <p:spPr bwMode="auto">
          <a:xfrm>
            <a:off x="3386138" y="393700"/>
            <a:ext cx="1412240" cy="353060"/>
          </a:xfrm>
          <a:prstGeom prst="rect">
            <a:avLst/>
          </a:prstGeom>
          <a:noFill/>
          <a:ln w="9525">
            <a:noFill/>
            <a:miter lim="800000"/>
          </a:ln>
          <a:extLst>
            <a:ext uri="{909E8E84-426E-40DD-AFC4-6F175D3DCCD1}">
              <a14:hiddenFill xmlns:a14="http://schemas.microsoft.com/office/drawing/2010/main">
                <a:solidFill>
                  <a:srgbClr val="0070C0"/>
                </a:solidFill>
              </a14:hiddenFill>
            </a:ext>
          </a:extLst>
        </p:spPr>
        <p:txBody>
          <a:bodyPr wrap="none" lIns="46078" tIns="23040" rIns="46078" bIns="23040">
            <a:spAutoFit/>
          </a:bodyPr>
          <a:p>
            <a:pPr algn="ctr" defTabSz="1096645"/>
            <a:r>
              <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赛事交流</a:t>
            </a:r>
            <a:endPar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3" name="组合 42"/>
          <p:cNvGrpSpPr/>
          <p:nvPr/>
        </p:nvGrpSpPr>
        <p:grpSpPr>
          <a:xfrm>
            <a:off x="226695" y="321945"/>
            <a:ext cx="11412855" cy="647700"/>
            <a:chOff x="357" y="168"/>
            <a:chExt cx="17973" cy="1020"/>
          </a:xfrm>
        </p:grpSpPr>
        <p:sp>
          <p:nvSpPr>
            <p:cNvPr id="44" name="矩形 43"/>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5" name="矩形 44"/>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6" name="矩形 45"/>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sp>
        <p:nvSpPr>
          <p:cNvPr id="50" name="矩形 49"/>
          <p:cNvSpPr/>
          <p:nvPr/>
        </p:nvSpPr>
        <p:spPr>
          <a:xfrm>
            <a:off x="3161665" y="405130"/>
            <a:ext cx="36000" cy="324000"/>
          </a:xfrm>
          <a:prstGeom prst="rect">
            <a:avLst/>
          </a:prstGeom>
          <a:solidFill>
            <a:schemeClr val="accent1"/>
          </a:solidFill>
        </p:spPr>
        <p:txBody>
          <a:bodyPr wrap="none">
            <a:spAutoFit/>
          </a:bodyPr>
          <a:p>
            <a:pPr indent="0" algn="l">
              <a:buFont typeface="Wingdings" panose="05000000000000000000" pitchFamily="2" charset="2"/>
              <a:buNone/>
            </a:pP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2" name="内容占位符 2"/>
          <p:cNvSpPr txBox="1"/>
          <p:nvPr/>
        </p:nvSpPr>
        <p:spPr>
          <a:xfrm>
            <a:off x="843915" y="1135380"/>
            <a:ext cx="4673600" cy="5294630"/>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0">
              <a:lnSpc>
                <a:spcPct val="114000"/>
              </a:lnSpc>
              <a:buNone/>
            </a:pPr>
            <a:endParaRPr sz="900" dirty="0">
              <a:latin typeface="微软雅黑 Light" panose="020B0502040204020203" charset="-122"/>
              <a:ea typeface="微软雅黑 Light" panose="020B0502040204020203" charset="-122"/>
              <a:sym typeface="+mn-ea"/>
            </a:endParaRPr>
          </a:p>
          <a:p>
            <a:pPr marL="116840" lvl="1" algn="l">
              <a:lnSpc>
                <a:spcPct val="150000"/>
              </a:lnSpc>
              <a:spcBef>
                <a:spcPts val="510"/>
              </a:spcBef>
              <a:buClrTx/>
              <a:buSzTx/>
            </a:pPr>
            <a:r>
              <a:rPr lang="zh-CN" altLang="en-US" sz="20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rPr>
              <a:t>相关通知发布：</a:t>
            </a:r>
            <a:endParaRPr lang="zh-CN" altLang="en-US" sz="20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a:lnSpc>
                <a:spcPct val="150000"/>
              </a:lnSpc>
              <a:spcBef>
                <a:spcPts val="255"/>
              </a:spcBef>
              <a:buClrTx/>
              <a:buSzTx/>
            </a:pPr>
            <a:r>
              <a:rPr lang="zh-CN" sz="1800" b="1" dirty="0">
                <a:latin typeface="微软雅黑" panose="020B0503020204020204" pitchFamily="34" charset="-122"/>
                <a:ea typeface="微软雅黑" panose="020B0503020204020204" pitchFamily="34" charset="-122"/>
                <a:cs typeface="微软雅黑" panose="020B0503020204020204" pitchFamily="34" charset="-122"/>
                <a:sym typeface="+mn-ea"/>
              </a:rPr>
              <a:t>大赛官网</a:t>
            </a:r>
            <a:r>
              <a:rPr 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www.mooctest.org</a:t>
            </a:r>
            <a:endParaRPr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a:lnSpc>
                <a:spcPct val="150000"/>
              </a:lnSpc>
              <a:spcBef>
                <a:spcPts val="255"/>
              </a:spcBef>
              <a:buClrTx/>
              <a:buSzTx/>
            </a:pPr>
            <a:r>
              <a:rPr sz="1800" b="1" dirty="0">
                <a:latin typeface="微软雅黑" panose="020B0503020204020204" pitchFamily="34" charset="-122"/>
                <a:ea typeface="微软雅黑" panose="020B0503020204020204" pitchFamily="34" charset="-122"/>
                <a:cs typeface="微软雅黑" panose="020B0503020204020204" pitchFamily="34" charset="-122"/>
                <a:sym typeface="+mn-ea"/>
              </a:rPr>
              <a:t>微信公众号</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：慕测平台</a:t>
            </a:r>
            <a:endParaRPr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16840" lvl="1" algn="l">
              <a:lnSpc>
                <a:spcPct val="150000"/>
              </a:lnSpc>
              <a:spcBef>
                <a:spcPts val="510"/>
              </a:spcBef>
              <a:buClrTx/>
              <a:buSzTx/>
            </a:pPr>
            <a:r>
              <a:rPr lang="zh-CN" altLang="en-US" sz="20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rPr>
              <a:t>指导教师群：</a:t>
            </a:r>
            <a:r>
              <a:rPr 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微信受邀进群</a:t>
            </a: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16840" lvl="1" algn="l">
              <a:lnSpc>
                <a:spcPct val="150000"/>
              </a:lnSpc>
              <a:spcBef>
                <a:spcPts val="510"/>
              </a:spcBef>
              <a:buClrTx/>
              <a:buSzTx/>
            </a:pPr>
            <a:r>
              <a:rPr lang="zh-CN" altLang="en-US" sz="20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rPr>
              <a:t>学生交流</a:t>
            </a:r>
            <a:r>
              <a:rPr lang="en-US" altLang="zh-CN" sz="20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rPr>
              <a:t>QQ</a:t>
            </a:r>
            <a:r>
              <a:rPr lang="zh-CN" altLang="en-US" sz="20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rPr>
              <a:t>群：</a:t>
            </a:r>
            <a:endParaRPr lang="zh-CN" altLang="en-US" sz="20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a:lnSpc>
                <a:spcPct val="150000"/>
              </a:lnSpc>
              <a:spcBef>
                <a:spcPts val="255"/>
              </a:spcBef>
              <a:buClrTx/>
              <a:buSzTx/>
            </a:pPr>
            <a:r>
              <a:rPr sz="1800" b="1" dirty="0">
                <a:latin typeface="微软雅黑" panose="020B0503020204020204" pitchFamily="34" charset="-122"/>
                <a:ea typeface="微软雅黑" panose="020B0503020204020204" pitchFamily="34" charset="-122"/>
                <a:cs typeface="微软雅黑" panose="020B0503020204020204" pitchFamily="34" charset="-122"/>
                <a:sym typeface="+mn-ea"/>
              </a:rPr>
              <a:t>开发者测试</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：275420442</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a:lnSpc>
                <a:spcPct val="150000"/>
              </a:lnSpc>
              <a:spcBef>
                <a:spcPts val="255"/>
              </a:spcBef>
              <a:buClrTx/>
              <a:buSzTx/>
            </a:pPr>
            <a:r>
              <a:rPr sz="1800" b="1" dirty="0">
                <a:latin typeface="微软雅黑" panose="020B0503020204020204" pitchFamily="34" charset="-122"/>
                <a:ea typeface="微软雅黑" panose="020B0503020204020204" pitchFamily="34" charset="-122"/>
                <a:cs typeface="微软雅黑" panose="020B0503020204020204" pitchFamily="34" charset="-122"/>
                <a:sym typeface="+mn-ea"/>
              </a:rPr>
              <a:t>Web应用测试</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：529556532</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a:lnSpc>
                <a:spcPct val="150000"/>
              </a:lnSpc>
              <a:spcBef>
                <a:spcPts val="255"/>
              </a:spcBef>
              <a:buClrTx/>
              <a:buSzTx/>
            </a:pPr>
            <a:r>
              <a:rPr sz="1800" b="1" dirty="0">
                <a:latin typeface="微软雅黑" panose="020B0503020204020204" pitchFamily="34" charset="-122"/>
                <a:ea typeface="微软雅黑" panose="020B0503020204020204" pitchFamily="34" charset="-122"/>
                <a:cs typeface="微软雅黑" panose="020B0503020204020204" pitchFamily="34" charset="-122"/>
                <a:sym typeface="+mn-ea"/>
              </a:rPr>
              <a:t>嵌入式测试</a:t>
            </a:r>
            <a:r>
              <a:rPr 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：634380184</a:t>
            </a:r>
            <a:endParaRPr lang="zh-CN"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a:lnSpc>
                <a:spcPct val="150000"/>
              </a:lnSpc>
              <a:spcBef>
                <a:spcPts val="255"/>
              </a:spcBef>
              <a:buClrTx/>
              <a:buSzTx/>
            </a:pPr>
            <a:r>
              <a:rPr sz="1800" b="1" dirty="0">
                <a:latin typeface="微软雅黑" panose="020B0503020204020204" pitchFamily="34" charset="-122"/>
                <a:ea typeface="微软雅黑" panose="020B0503020204020204" pitchFamily="34" charset="-122"/>
                <a:cs typeface="微软雅黑" panose="020B0503020204020204" pitchFamily="34" charset="-122"/>
                <a:sym typeface="+mn-ea"/>
              </a:rPr>
              <a:t>车联网安全测试</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：897313292</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a:lnSpc>
                <a:spcPct val="150000"/>
              </a:lnSpc>
              <a:spcBef>
                <a:spcPts val="255"/>
              </a:spcBef>
              <a:buClrTx/>
              <a:buSzTx/>
            </a:pP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rPr>
              <a:t>鸿蒙应用测试</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：897306216</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33045" lvl="1" indent="0" algn="l">
              <a:lnSpc>
                <a:spcPct val="150000"/>
              </a:lnSpc>
              <a:buClrTx/>
              <a:buSzTx/>
              <a:buNone/>
            </a:pP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33045" lvl="1" indent="0" algn="l">
              <a:lnSpc>
                <a:spcPct val="150000"/>
              </a:lnSpc>
              <a:buClrTx/>
              <a:buSzTx/>
              <a:buNone/>
            </a:pPr>
            <a:endParaRPr lang="zh-CN" altLang="en-US" sz="20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内容占位符 2"/>
          <p:cNvSpPr txBox="1"/>
          <p:nvPr/>
        </p:nvSpPr>
        <p:spPr>
          <a:xfrm>
            <a:off x="5807075" y="1136015"/>
            <a:ext cx="5647690" cy="5318760"/>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0">
              <a:lnSpc>
                <a:spcPct val="114000"/>
              </a:lnSpc>
              <a:buNone/>
            </a:pPr>
            <a:endParaRPr sz="900" dirty="0">
              <a:latin typeface="微软雅黑 Light" panose="020B0502040204020203" charset="-122"/>
              <a:ea typeface="微软雅黑 Light" panose="020B0502040204020203" charset="-122"/>
              <a:sym typeface="+mn-ea"/>
            </a:endParaRPr>
          </a:p>
          <a:p>
            <a:pPr marL="116840" lvl="1" algn="l">
              <a:lnSpc>
                <a:spcPct val="150000"/>
              </a:lnSpc>
              <a:spcBef>
                <a:spcPts val="510"/>
              </a:spcBef>
              <a:buClrTx/>
              <a:buSzTx/>
            </a:pPr>
            <a:r>
              <a:rPr lang="zh-CN" altLang="en-US" sz="20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rPr>
              <a:t>赛前培训：</a:t>
            </a:r>
            <a:endParaRPr lang="zh-CN" altLang="en-US" sz="20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a:lnSpc>
                <a:spcPct val="150000"/>
              </a:lnSpc>
              <a:spcBef>
                <a:spcPts val="255"/>
              </a:spcBef>
              <a:buClrTx/>
              <a:buSzTx/>
            </a:pPr>
            <a:r>
              <a:rPr sz="1800" b="1" dirty="0">
                <a:latin typeface="微软雅黑" panose="020B0503020204020204" pitchFamily="34" charset="-122"/>
                <a:ea typeface="微软雅黑" panose="020B0503020204020204" pitchFamily="34" charset="-122"/>
                <a:cs typeface="微软雅黑" panose="020B0503020204020204" pitchFamily="34" charset="-122"/>
                <a:sym typeface="+mn-ea"/>
              </a:rPr>
              <a:t>线上培训</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：大赛组委会于九月底安排赛前线上培训和解答，具体时间安排请留意大赛官网www.mooctest.org和公众号：慕测平台。</a:t>
            </a:r>
            <a:endParaRPr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a:lnSpc>
                <a:spcPct val="150000"/>
              </a:lnSpc>
              <a:spcBef>
                <a:spcPts val="255"/>
              </a:spcBef>
              <a:buClrTx/>
              <a:buSzTx/>
            </a:pPr>
            <a:r>
              <a:rPr sz="1800" b="1" dirty="0">
                <a:latin typeface="微软雅黑" panose="020B0503020204020204" pitchFamily="34" charset="-122"/>
                <a:ea typeface="微软雅黑" panose="020B0503020204020204" pitchFamily="34" charset="-122"/>
                <a:cs typeface="微软雅黑" panose="020B0503020204020204" pitchFamily="34" charset="-122"/>
                <a:sym typeface="+mn-ea"/>
              </a:rPr>
              <a:t>自主练习</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：参赛选手可自主学习哔哩哔哩（搜索账号：CST_Mooctest）视频内容和大赛报名官网进行学习。</a:t>
            </a:r>
            <a:endParaRPr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a:lnSpc>
                <a:spcPct val="150000"/>
              </a:lnSpc>
              <a:spcBef>
                <a:spcPts val="255"/>
              </a:spcBef>
              <a:buClrTx/>
              <a:buSzTx/>
            </a:pPr>
            <a:r>
              <a:rPr sz="1800" b="1" dirty="0">
                <a:latin typeface="微软雅黑" panose="020B0503020204020204" pitchFamily="34" charset="-122"/>
                <a:ea typeface="微软雅黑" panose="020B0503020204020204" pitchFamily="34" charset="-122"/>
                <a:cs typeface="微软雅黑" panose="020B0503020204020204" pitchFamily="34" charset="-122"/>
                <a:sym typeface="+mn-ea"/>
              </a:rPr>
              <a:t>指导教师发布练习</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：指导老师可联系大赛组委会（杨权，电话/微信：13951859972，yangquan@mooctest.com）发布赛前练习。</a:t>
            </a:r>
            <a:endParaRPr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文本框 26"/>
          <p:cNvSpPr txBox="1"/>
          <p:nvPr/>
        </p:nvSpPr>
        <p:spPr>
          <a:xfrm>
            <a:off x="982980" y="332105"/>
            <a:ext cx="2139315" cy="460375"/>
          </a:xfrm>
          <a:prstGeom prst="rect">
            <a:avLst/>
          </a:prstGeom>
          <a:noFill/>
        </p:spPr>
        <p:txBody>
          <a:bodyPr wrap="square" rtlCol="0">
            <a:spAutoFit/>
          </a:bodyPr>
          <a:p>
            <a:r>
              <a:rPr lang="zh-CN" sz="2400" b="1" spc="100">
                <a:latin typeface="微软雅黑" panose="020B0503020204020204" pitchFamily="34" charset="-122"/>
                <a:ea typeface="微软雅黑" panose="020B0503020204020204" pitchFamily="34" charset="-122"/>
                <a:sym typeface="+mn-ea"/>
              </a:rPr>
              <a:t>二、赛制流程</a:t>
            </a:r>
            <a:endParaRPr lang="zh-CN" sz="2400" b="1" spc="1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 name="Text Box 7"/>
          <p:cNvSpPr txBox="1">
            <a:spLocks noChangeArrowheads="1"/>
          </p:cNvSpPr>
          <p:nvPr/>
        </p:nvSpPr>
        <p:spPr bwMode="auto">
          <a:xfrm>
            <a:off x="3386138" y="393700"/>
            <a:ext cx="1412240" cy="353060"/>
          </a:xfrm>
          <a:prstGeom prst="rect">
            <a:avLst/>
          </a:prstGeom>
          <a:noFill/>
          <a:ln w="9525">
            <a:noFill/>
            <a:miter lim="800000"/>
          </a:ln>
          <a:extLst>
            <a:ext uri="{909E8E84-426E-40DD-AFC4-6F175D3DCCD1}">
              <a14:hiddenFill xmlns:a14="http://schemas.microsoft.com/office/drawing/2010/main">
                <a:solidFill>
                  <a:srgbClr val="0070C0"/>
                </a:solidFill>
              </a14:hiddenFill>
            </a:ext>
          </a:extLst>
        </p:spPr>
        <p:txBody>
          <a:bodyPr wrap="none" lIns="46078" tIns="23040" rIns="46078" bIns="23040">
            <a:spAutoFit/>
          </a:bodyPr>
          <a:p>
            <a:pPr algn="ctr" defTabSz="1096645"/>
            <a:r>
              <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赛事审查</a:t>
            </a:r>
            <a:endPar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3" name="组合 42"/>
          <p:cNvGrpSpPr/>
          <p:nvPr/>
        </p:nvGrpSpPr>
        <p:grpSpPr>
          <a:xfrm>
            <a:off x="226695" y="321945"/>
            <a:ext cx="11412855" cy="647700"/>
            <a:chOff x="357" y="168"/>
            <a:chExt cx="17973" cy="1020"/>
          </a:xfrm>
        </p:grpSpPr>
        <p:sp>
          <p:nvSpPr>
            <p:cNvPr id="44" name="矩形 43"/>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5" name="矩形 44"/>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6" name="矩形 45"/>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sp>
        <p:nvSpPr>
          <p:cNvPr id="50" name="矩形 49"/>
          <p:cNvSpPr/>
          <p:nvPr/>
        </p:nvSpPr>
        <p:spPr>
          <a:xfrm>
            <a:off x="3161665" y="405130"/>
            <a:ext cx="36000" cy="324000"/>
          </a:xfrm>
          <a:prstGeom prst="rect">
            <a:avLst/>
          </a:prstGeom>
          <a:solidFill>
            <a:schemeClr val="accent1"/>
          </a:solidFill>
        </p:spPr>
        <p:txBody>
          <a:bodyPr wrap="none">
            <a:spAutoFit/>
          </a:bodyPr>
          <a:p>
            <a:pPr indent="0" algn="l">
              <a:buFont typeface="Wingdings" panose="05000000000000000000" pitchFamily="2" charset="2"/>
              <a:buNone/>
            </a:pP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内容占位符 2"/>
          <p:cNvSpPr txBox="1"/>
          <p:nvPr/>
        </p:nvSpPr>
        <p:spPr>
          <a:xfrm>
            <a:off x="5528945" y="1267460"/>
            <a:ext cx="5967095" cy="4462145"/>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116840" lvl="1" algn="l" defTabSz="914400">
              <a:lnSpc>
                <a:spcPct val="150000"/>
              </a:lnSpc>
              <a:spcBef>
                <a:spcPts val="510"/>
              </a:spcBef>
              <a:buClrTx/>
              <a:buSzTx/>
              <a:buFontTx/>
              <a:buNone/>
            </a:pPr>
            <a:r>
              <a:rPr lang="zh-CN" altLang="en-US" sz="20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rPr>
              <a:t>作弊审查：</a:t>
            </a:r>
            <a:endParaRPr lang="zh-CN" altLang="en-US" sz="20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lgn="l">
              <a:lnSpc>
                <a:spcPct val="150000"/>
              </a:lnSpc>
              <a:buClrTx/>
              <a:buSzTx/>
              <a:buNone/>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    大赛平台将对参赛选手提交的答案进行抄袭智能检测，涉嫌作弊直接取消成绩。参赛选手如有异议可对组委会提出申诉，组委会组织专家复审并将审查结果通告所在高校和指导教师。</a:t>
            </a:r>
            <a:endParaRPr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lgn="l">
              <a:lnSpc>
                <a:spcPct val="150000"/>
              </a:lnSpc>
              <a:buClrTx/>
              <a:buSzTx/>
              <a:buNone/>
            </a:pPr>
            <a:r>
              <a:rPr lang="zh-CN" altLang="en-US" sz="20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rPr>
              <a:t>申诉通道：</a:t>
            </a:r>
            <a:endParaRPr lang="zh-CN" altLang="en-US" sz="20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lgn="l">
              <a:lnSpc>
                <a:spcPct val="150000"/>
              </a:lnSpc>
              <a:buClrTx/>
              <a:buSzTx/>
              <a:buNone/>
            </a:pPr>
            <a:r>
              <a:rPr lang="zh-CN" altLang="en-US" sz="16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 对分数与晋级名单有疑问的同学联系指导老师，由指导教师进行申诉，发送至邮箱：chenran@mooctest.com，并抄送cst@mooctest.com。不接受个人申述。</a:t>
            </a:r>
            <a:endParaRPr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33045" lvl="1" indent="0" algn="l">
              <a:lnSpc>
                <a:spcPct val="150000"/>
              </a:lnSpc>
              <a:buClrTx/>
              <a:buSzTx/>
              <a:buNone/>
            </a:pPr>
            <a:endParaRPr lang="zh-CN" altLang="en-US" sz="18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文本框 26"/>
          <p:cNvSpPr txBox="1"/>
          <p:nvPr/>
        </p:nvSpPr>
        <p:spPr>
          <a:xfrm>
            <a:off x="982980" y="332105"/>
            <a:ext cx="2179955" cy="460375"/>
          </a:xfrm>
          <a:prstGeom prst="rect">
            <a:avLst/>
          </a:prstGeom>
          <a:noFill/>
        </p:spPr>
        <p:txBody>
          <a:bodyPr wrap="square" rtlCol="0">
            <a:spAutoFit/>
          </a:bodyPr>
          <a:p>
            <a:r>
              <a:rPr lang="zh-CN" sz="2400" b="1" spc="100">
                <a:latin typeface="微软雅黑" panose="020B0503020204020204" pitchFamily="34" charset="-122"/>
                <a:ea typeface="微软雅黑" panose="020B0503020204020204" pitchFamily="34" charset="-122"/>
                <a:sym typeface="+mn-ea"/>
              </a:rPr>
              <a:t>二、赛制流程</a:t>
            </a:r>
            <a:endParaRPr lang="zh-CN" sz="2400" b="1" spc="100" dirty="0">
              <a:solidFill>
                <a:schemeClr val="tx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837565" y="1268095"/>
            <a:ext cx="4393565" cy="4462145"/>
          </a:xfrm>
          <a:prstGeom prst="rect">
            <a:avLst/>
          </a:prstGeom>
          <a:noFill/>
          <a:ln>
            <a:solidFill>
              <a:srgbClr val="FFFFFF"/>
            </a:solidFill>
          </a:ln>
        </p:spPr>
        <p:txBody>
          <a:bodyPr wrap="square" rtlCol="0" anchor="t">
            <a:noAutofit/>
          </a:bodyPr>
          <a:p>
            <a:pPr marL="116840" lvl="1" indent="-116840" algn="l">
              <a:lnSpc>
                <a:spcPct val="150000"/>
              </a:lnSpc>
              <a:spcBef>
                <a:spcPts val="510"/>
              </a:spcBef>
              <a:buClrTx/>
              <a:buSzTx/>
              <a:buFontTx/>
            </a:pPr>
            <a:r>
              <a:rPr lang="zh-CN" altLang="en-US" sz="20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rPr>
              <a:t>资格审查：</a:t>
            </a:r>
            <a:endParaRPr lang="zh-CN" altLang="en-US" sz="20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lgn="l">
              <a:lnSpc>
                <a:spcPct val="150000"/>
              </a:lnSpc>
              <a:spcBef>
                <a:spcPts val="510"/>
              </a:spcBef>
              <a:buClrTx/>
              <a:buSzTx/>
              <a:buNone/>
            </a:pPr>
            <a:r>
              <a:rPr 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   参赛选手信息需实名制，在个人信息-附件处上传学生证扫描件（军校同学请指导老师统一联系组委会处理），线下省赛和总决赛需要携带学生证原件现场审查，如有虚假行为直接取消资格</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本科报团队赛，参与团队赛的一律取消参赛资格。</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 name="Text Box 7"/>
          <p:cNvSpPr txBox="1">
            <a:spLocks noChangeArrowheads="1"/>
          </p:cNvSpPr>
          <p:nvPr/>
        </p:nvSpPr>
        <p:spPr bwMode="auto">
          <a:xfrm>
            <a:off x="3335973" y="393700"/>
            <a:ext cx="1082040" cy="353060"/>
          </a:xfrm>
          <a:prstGeom prst="rect">
            <a:avLst/>
          </a:prstGeom>
          <a:noFill/>
          <a:ln w="9525">
            <a:noFill/>
            <a:miter lim="800000"/>
          </a:ln>
          <a:extLst>
            <a:ext uri="{909E8E84-426E-40DD-AFC4-6F175D3DCCD1}">
              <a14:hiddenFill xmlns:a14="http://schemas.microsoft.com/office/drawing/2010/main">
                <a:solidFill>
                  <a:srgbClr val="0070C0"/>
                </a:solidFill>
              </a14:hiddenFill>
            </a:ext>
          </a:extLst>
        </p:spPr>
        <p:txBody>
          <a:bodyPr wrap="none" lIns="46078" tIns="23040" rIns="46078" bIns="23040">
            <a:spAutoFit/>
          </a:bodyPr>
          <a:p>
            <a:pPr algn="ctr" defTabSz="1096645"/>
            <a:r>
              <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预选赛</a:t>
            </a:r>
            <a:endPar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3" name="组合 42"/>
          <p:cNvGrpSpPr/>
          <p:nvPr/>
        </p:nvGrpSpPr>
        <p:grpSpPr>
          <a:xfrm>
            <a:off x="226695" y="321945"/>
            <a:ext cx="11412855" cy="647700"/>
            <a:chOff x="357" y="168"/>
            <a:chExt cx="17973" cy="1020"/>
          </a:xfrm>
        </p:grpSpPr>
        <p:sp>
          <p:nvSpPr>
            <p:cNvPr id="44" name="矩形 43"/>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5" name="矩形 44"/>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6" name="矩形 45"/>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sp>
        <p:nvSpPr>
          <p:cNvPr id="50" name="矩形 49"/>
          <p:cNvSpPr/>
          <p:nvPr/>
        </p:nvSpPr>
        <p:spPr>
          <a:xfrm>
            <a:off x="3161665" y="405130"/>
            <a:ext cx="36000" cy="324000"/>
          </a:xfrm>
          <a:prstGeom prst="rect">
            <a:avLst/>
          </a:prstGeom>
          <a:solidFill>
            <a:schemeClr val="accent1"/>
          </a:solidFill>
        </p:spPr>
        <p:txBody>
          <a:bodyPr wrap="none">
            <a:spAutoFit/>
          </a:bodyPr>
          <a:p>
            <a:pPr indent="0" algn="l">
              <a:buFont typeface="Wingdings" panose="05000000000000000000" pitchFamily="2" charset="2"/>
              <a:buNone/>
            </a:pP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2" name="内容占位符 2"/>
          <p:cNvSpPr txBox="1"/>
          <p:nvPr/>
        </p:nvSpPr>
        <p:spPr>
          <a:xfrm>
            <a:off x="837565" y="981075"/>
            <a:ext cx="10613390" cy="1403350"/>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0">
              <a:lnSpc>
                <a:spcPct val="114000"/>
              </a:lnSpc>
              <a:buNone/>
            </a:pPr>
            <a:endParaRPr sz="800" dirty="0">
              <a:latin typeface="微软雅黑 Light" panose="020B0502040204020203" charset="-122"/>
              <a:ea typeface="微软雅黑 Light" panose="020B0502040204020203" charset="-122"/>
              <a:sym typeface="+mn-ea"/>
            </a:endParaRPr>
          </a:p>
          <a:p>
            <a:pPr marL="0" lvl="1" indent="0" algn="l">
              <a:lnSpc>
                <a:spcPct val="150000"/>
              </a:lnSpc>
              <a:spcBef>
                <a:spcPts val="510"/>
              </a:spcBef>
              <a:buClrTx/>
              <a:buSzTx/>
              <a:buNone/>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预选赛时间为10月26日-10月27日。预选赛为互联网比赛形式，不限制比赛地点,全国统一线上举行。参赛选手可任选赛项参赛，鼓励选手在时间不冲突的前提下可参加多个分项赛。</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33045" lvl="1" indent="0" algn="l">
              <a:lnSpc>
                <a:spcPct val="150000"/>
              </a:lnSpc>
              <a:buClrTx/>
              <a:buSzTx/>
              <a:buNone/>
            </a:pP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文本框 26"/>
          <p:cNvSpPr txBox="1"/>
          <p:nvPr/>
        </p:nvSpPr>
        <p:spPr>
          <a:xfrm>
            <a:off x="982980" y="332105"/>
            <a:ext cx="2148840" cy="460375"/>
          </a:xfrm>
          <a:prstGeom prst="rect">
            <a:avLst/>
          </a:prstGeom>
          <a:noFill/>
        </p:spPr>
        <p:txBody>
          <a:bodyPr wrap="square" rtlCol="0">
            <a:spAutoFit/>
          </a:bodyPr>
          <a:p>
            <a:r>
              <a:rPr lang="zh-CN" sz="2400" b="1" spc="100">
                <a:latin typeface="微软雅黑" panose="020B0503020204020204" pitchFamily="34" charset="-122"/>
                <a:ea typeface="微软雅黑" panose="020B0503020204020204" pitchFamily="34" charset="-122"/>
                <a:sym typeface="+mn-ea"/>
              </a:rPr>
              <a:t>三、赛程安排</a:t>
            </a:r>
            <a:endParaRPr lang="zh-CN" sz="2400" b="1" spc="100" dirty="0">
              <a:solidFill>
                <a:schemeClr val="tx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198245" y="5156835"/>
            <a:ext cx="7724140" cy="387350"/>
          </a:xfrm>
          <a:prstGeom prst="rect">
            <a:avLst/>
          </a:prstGeom>
        </p:spPr>
        <p:txBody>
          <a:bodyPr wrap="square">
            <a:spAutoFit/>
          </a:bodyPr>
          <a:p>
            <a:pPr algn="just" defTabSz="266700">
              <a:lnSpc>
                <a:spcPct val="107000"/>
              </a:lnSpc>
              <a:spcAft>
                <a:spcPct val="0"/>
              </a:spcAft>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备注：车联网安全测试根据预选赛成绩，直接晋级总决赛</a:t>
            </a:r>
            <a:endParaRPr lang="zh-CN" altLang="en-US" sz="1600">
              <a:latin typeface="宋体" panose="02010600030101010101" pitchFamily="2" charset="-122"/>
              <a:ea typeface="宋体" panose="02010600030101010101" pitchFamily="2" charset="-122"/>
            </a:endParaRPr>
          </a:p>
        </p:txBody>
      </p:sp>
      <p:graphicFrame>
        <p:nvGraphicFramePr>
          <p:cNvPr id="3" name="表格 2"/>
          <p:cNvGraphicFramePr/>
          <p:nvPr>
            <p:custDataLst>
              <p:tags r:id="rId1"/>
            </p:custDataLst>
          </p:nvPr>
        </p:nvGraphicFramePr>
        <p:xfrm>
          <a:off x="1198245" y="2708910"/>
          <a:ext cx="9871710" cy="2146935"/>
        </p:xfrm>
        <a:graphic>
          <a:graphicData uri="http://schemas.openxmlformats.org/drawingml/2006/table">
            <a:tbl>
              <a:tblPr firstRow="1" bandRow="1">
                <a:tableStyleId>{5C22544A-7EE6-4342-B048-85BDC9FD1C3A}</a:tableStyleId>
              </a:tblPr>
              <a:tblGrid>
                <a:gridCol w="3290570"/>
                <a:gridCol w="3290570"/>
                <a:gridCol w="3290570"/>
              </a:tblGrid>
              <a:tr h="715645">
                <a:tc>
                  <a:txBody>
                    <a:bodyPr/>
                    <a:p>
                      <a:pPr algn="l">
                        <a:buNone/>
                      </a:pPr>
                      <a:r>
                        <a:rPr lang="zh-CN" altLang="en-US"/>
                        <a:t>比赛时间</a:t>
                      </a:r>
                      <a:r>
                        <a:rPr lang="en-US" altLang="zh-CN"/>
                        <a:t>                            </a:t>
                      </a:r>
                      <a:r>
                        <a:rPr lang="zh-CN" altLang="en-US"/>
                        <a:t>日期</a:t>
                      </a:r>
                      <a:r>
                        <a:rPr lang="en-US" altLang="zh-CN"/>
                        <a:t>          </a:t>
                      </a:r>
                      <a:endParaRPr lang="en-US" altLang="zh-CN"/>
                    </a:p>
                  </a:txBody>
                  <a:tcPr anchor="ctr" anchorCtr="0"/>
                </a:tc>
                <a:tc>
                  <a:txBody>
                    <a:bodyPr/>
                    <a:p>
                      <a:pPr algn="ctr">
                        <a:buNone/>
                      </a:pPr>
                      <a:r>
                        <a:rPr lang="en-US" altLang="zh-CN"/>
                        <a:t>10</a:t>
                      </a:r>
                      <a:r>
                        <a:rPr lang="zh-CN" altLang="en-US"/>
                        <a:t>月</a:t>
                      </a:r>
                      <a:r>
                        <a:rPr lang="en-US" altLang="zh-CN"/>
                        <a:t>26</a:t>
                      </a:r>
                      <a:r>
                        <a:rPr lang="zh-CN" altLang="en-US"/>
                        <a:t>日</a:t>
                      </a:r>
                      <a:endParaRPr lang="zh-CN" altLang="en-US"/>
                    </a:p>
                  </a:txBody>
                  <a:tcPr anchor="ctr" anchorCtr="0"/>
                </a:tc>
                <a:tc>
                  <a:txBody>
                    <a:bodyPr/>
                    <a:p>
                      <a:pPr algn="ctr">
                        <a:buNone/>
                      </a:pPr>
                      <a:r>
                        <a:rPr lang="en-US" altLang="zh-CN"/>
                        <a:t>10</a:t>
                      </a:r>
                      <a:r>
                        <a:rPr lang="zh-CN" altLang="en-US"/>
                        <a:t>月</a:t>
                      </a:r>
                      <a:r>
                        <a:rPr lang="en-US" altLang="zh-CN"/>
                        <a:t>27</a:t>
                      </a:r>
                      <a:r>
                        <a:rPr lang="zh-CN" altLang="en-US"/>
                        <a:t>日</a:t>
                      </a:r>
                      <a:endParaRPr lang="zh-CN" altLang="en-US"/>
                    </a:p>
                  </a:txBody>
                  <a:tcPr anchor="ctr" anchorCtr="0"/>
                </a:tc>
              </a:tr>
              <a:tr h="715645">
                <a:tc>
                  <a:txBody>
                    <a:bodyPr/>
                    <a:p>
                      <a:pPr algn="ctr">
                        <a:buNone/>
                      </a:pPr>
                      <a:r>
                        <a:rPr lang="en-US" altLang="zh-CN"/>
                        <a:t>9</a:t>
                      </a:r>
                      <a:r>
                        <a:rPr lang="zh-CN" altLang="en-US"/>
                        <a:t>：</a:t>
                      </a:r>
                      <a:r>
                        <a:rPr lang="en-US" altLang="zh-CN"/>
                        <a:t>00-12</a:t>
                      </a:r>
                      <a:r>
                        <a:rPr lang="zh-CN" altLang="en-US"/>
                        <a:t>：</a:t>
                      </a:r>
                      <a:r>
                        <a:rPr lang="en-US" altLang="zh-CN"/>
                        <a:t>00</a:t>
                      </a:r>
                      <a:endParaRPr lang="en-US" altLang="zh-CN"/>
                    </a:p>
                  </a:txBody>
                  <a:tcPr anchor="ctr" anchorCtr="0"/>
                </a:tc>
                <a:tc>
                  <a:txBody>
                    <a:bodyPr/>
                    <a:p>
                      <a:pPr algn="ctr">
                        <a:buNone/>
                      </a:pPr>
                      <a:r>
                        <a:rPr lang="zh-CN" altLang="en-US"/>
                        <a:t>嵌入式</a:t>
                      </a:r>
                      <a:r>
                        <a:rPr lang="zh-CN" altLang="en-US"/>
                        <a:t>比赛</a:t>
                      </a:r>
                      <a:endParaRPr lang="zh-CN" altLang="en-US"/>
                    </a:p>
                  </a:txBody>
                  <a:tcPr anchor="ctr" anchorCtr="0"/>
                </a:tc>
                <a:tc>
                  <a:txBody>
                    <a:bodyPr/>
                    <a:p>
                      <a:pPr algn="ctr">
                        <a:buNone/>
                      </a:pPr>
                      <a:r>
                        <a:rPr lang="zh-CN" altLang="en-US"/>
                        <a:t>开发者</a:t>
                      </a:r>
                      <a:r>
                        <a:rPr lang="zh-CN" altLang="en-US"/>
                        <a:t>测试</a:t>
                      </a:r>
                      <a:endParaRPr lang="zh-CN" altLang="en-US"/>
                    </a:p>
                  </a:txBody>
                  <a:tcPr anchor="ctr" anchorCtr="0"/>
                </a:tc>
              </a:tr>
              <a:tr h="715645">
                <a:tc>
                  <a:txBody>
                    <a:bodyPr/>
                    <a:p>
                      <a:pPr algn="ctr">
                        <a:buNone/>
                      </a:pPr>
                      <a:r>
                        <a:rPr lang="en-US" altLang="zh-CN"/>
                        <a:t>14</a:t>
                      </a:r>
                      <a:r>
                        <a:rPr lang="zh-CN" altLang="en-US"/>
                        <a:t>：</a:t>
                      </a:r>
                      <a:r>
                        <a:rPr lang="en-US" altLang="zh-CN"/>
                        <a:t>00-17</a:t>
                      </a:r>
                      <a:r>
                        <a:rPr lang="zh-CN" altLang="en-US"/>
                        <a:t>：</a:t>
                      </a:r>
                      <a:r>
                        <a:rPr lang="en-US" altLang="zh-CN"/>
                        <a:t>00</a:t>
                      </a:r>
                      <a:endParaRPr lang="en-US" altLang="zh-CN"/>
                    </a:p>
                  </a:txBody>
                  <a:tcPr anchor="ctr" anchorCtr="0"/>
                </a:tc>
                <a:tc>
                  <a:txBody>
                    <a:bodyPr/>
                    <a:p>
                      <a:pPr algn="ctr">
                        <a:buNone/>
                      </a:pPr>
                      <a:r>
                        <a:rPr lang="en-US" altLang="zh-CN"/>
                        <a:t>Web</a:t>
                      </a:r>
                      <a:r>
                        <a:rPr lang="zh-CN" altLang="en-US"/>
                        <a:t>应用</a:t>
                      </a:r>
                      <a:r>
                        <a:rPr lang="zh-CN" altLang="en-US"/>
                        <a:t>比赛</a:t>
                      </a:r>
                      <a:endParaRPr lang="zh-CN" altLang="en-US"/>
                    </a:p>
                  </a:txBody>
                  <a:tcPr anchor="ctr" anchorCtr="0"/>
                </a:tc>
                <a:tc>
                  <a:txBody>
                    <a:bodyPr/>
                    <a:p>
                      <a:pPr algn="ctr">
                        <a:buNone/>
                      </a:pPr>
                      <a:r>
                        <a:rPr lang="zh-CN" altLang="en-US"/>
                        <a:t>车联网安全</a:t>
                      </a:r>
                      <a:r>
                        <a:rPr lang="zh-CN" altLang="en-US"/>
                        <a:t>测试</a:t>
                      </a:r>
                      <a:endParaRPr lang="zh-CN" altLang="en-US"/>
                    </a:p>
                  </a:txBody>
                  <a:tcPr anchor="ctr" anchorCtr="0"/>
                </a:tc>
              </a:tr>
            </a:tbl>
          </a:graphicData>
        </a:graphic>
      </p:graphicFrame>
      <p:cxnSp>
        <p:nvCxnSpPr>
          <p:cNvPr id="8" name="直接连接符 7"/>
          <p:cNvCxnSpPr/>
          <p:nvPr/>
        </p:nvCxnSpPr>
        <p:spPr>
          <a:xfrm>
            <a:off x="1198245" y="2708910"/>
            <a:ext cx="3312160" cy="72009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 name="Text Box 7"/>
          <p:cNvSpPr txBox="1">
            <a:spLocks noChangeArrowheads="1"/>
          </p:cNvSpPr>
          <p:nvPr/>
        </p:nvSpPr>
        <p:spPr bwMode="auto">
          <a:xfrm>
            <a:off x="3357563" y="393700"/>
            <a:ext cx="751840" cy="353060"/>
          </a:xfrm>
          <a:prstGeom prst="rect">
            <a:avLst/>
          </a:prstGeom>
          <a:noFill/>
          <a:ln w="9525">
            <a:noFill/>
            <a:miter lim="800000"/>
          </a:ln>
          <a:extLst>
            <a:ext uri="{909E8E84-426E-40DD-AFC4-6F175D3DCCD1}">
              <a14:hiddenFill xmlns:a14="http://schemas.microsoft.com/office/drawing/2010/main">
                <a:solidFill>
                  <a:srgbClr val="0070C0"/>
                </a:solidFill>
              </a14:hiddenFill>
            </a:ext>
          </a:extLst>
        </p:spPr>
        <p:txBody>
          <a:bodyPr wrap="none" lIns="46078" tIns="23040" rIns="46078" bIns="23040">
            <a:spAutoFit/>
          </a:bodyPr>
          <a:p>
            <a:pPr algn="ctr" defTabSz="1096645"/>
            <a:r>
              <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省赛</a:t>
            </a:r>
            <a:endPar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3" name="组合 42"/>
          <p:cNvGrpSpPr/>
          <p:nvPr/>
        </p:nvGrpSpPr>
        <p:grpSpPr>
          <a:xfrm>
            <a:off x="226695" y="321945"/>
            <a:ext cx="11412855" cy="647700"/>
            <a:chOff x="357" y="168"/>
            <a:chExt cx="17973" cy="1020"/>
          </a:xfrm>
        </p:grpSpPr>
        <p:sp>
          <p:nvSpPr>
            <p:cNvPr id="44" name="矩形 43"/>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5" name="矩形 44"/>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6" name="矩形 45"/>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sp>
        <p:nvSpPr>
          <p:cNvPr id="50" name="矩形 49"/>
          <p:cNvSpPr/>
          <p:nvPr/>
        </p:nvSpPr>
        <p:spPr>
          <a:xfrm>
            <a:off x="3161665" y="405130"/>
            <a:ext cx="36000" cy="324000"/>
          </a:xfrm>
          <a:prstGeom prst="rect">
            <a:avLst/>
          </a:prstGeom>
          <a:solidFill>
            <a:schemeClr val="accent1"/>
          </a:solidFill>
        </p:spPr>
        <p:txBody>
          <a:bodyPr wrap="none">
            <a:spAutoFit/>
          </a:bodyPr>
          <a:p>
            <a:pPr indent="0" algn="l">
              <a:buFont typeface="Wingdings" panose="05000000000000000000" pitchFamily="2" charset="2"/>
              <a:buNone/>
            </a:pP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2" name="内容占位符 2"/>
          <p:cNvSpPr txBox="1"/>
          <p:nvPr/>
        </p:nvSpPr>
        <p:spPr>
          <a:xfrm>
            <a:off x="628650" y="991870"/>
            <a:ext cx="10794365" cy="1706245"/>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0">
              <a:lnSpc>
                <a:spcPct val="114000"/>
              </a:lnSpc>
              <a:buNone/>
            </a:pPr>
            <a:endParaRPr sz="800" dirty="0">
              <a:latin typeface="微软雅黑 Light" panose="020B0502040204020203" charset="-122"/>
              <a:ea typeface="微软雅黑 Light" panose="020B0502040204020203" charset="-122"/>
              <a:sym typeface="+mn-ea"/>
            </a:endParaRPr>
          </a:p>
          <a:p>
            <a:pPr marL="233045" lvl="1" indent="0" algn="l">
              <a:lnSpc>
                <a:spcPct val="150000"/>
              </a:lnSpc>
              <a:buClrTx/>
              <a:buSzTx/>
              <a:buNone/>
            </a:pPr>
            <a:r>
              <a:rPr 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省赛时间为11月16-17日。各省区根据报名情况安排线下、或者线上比赛，由各省承办单位组织</a:t>
            </a:r>
            <a:r>
              <a:rPr 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组委会派专家监督，参赛地点后续在官网通知。未设置省赛所在地区的选手按照互联网比赛方式进行全国排名竞争总决赛资格。</a:t>
            </a:r>
            <a:endParaRPr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33045" lvl="1" indent="0" algn="l">
              <a:lnSpc>
                <a:spcPct val="150000"/>
              </a:lnSpc>
              <a:buClrTx/>
              <a:buSzTx/>
              <a:buNone/>
            </a:pPr>
            <a:endParaRPr lang="zh-CN" altLang="en-US" sz="18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文本框 26"/>
          <p:cNvSpPr txBox="1"/>
          <p:nvPr/>
        </p:nvSpPr>
        <p:spPr>
          <a:xfrm>
            <a:off x="982980" y="332105"/>
            <a:ext cx="2182495" cy="460375"/>
          </a:xfrm>
          <a:prstGeom prst="rect">
            <a:avLst/>
          </a:prstGeom>
          <a:noFill/>
        </p:spPr>
        <p:txBody>
          <a:bodyPr wrap="square" rtlCol="0">
            <a:spAutoFit/>
          </a:bodyPr>
          <a:p>
            <a:r>
              <a:rPr lang="zh-CN" sz="2400" b="1" spc="100">
                <a:latin typeface="微软雅黑" panose="020B0503020204020204" pitchFamily="34" charset="-122"/>
                <a:ea typeface="微软雅黑" panose="020B0503020204020204" pitchFamily="34" charset="-122"/>
                <a:sym typeface="+mn-ea"/>
              </a:rPr>
              <a:t>三、赛程安排</a:t>
            </a:r>
            <a:endParaRPr lang="zh-CN" sz="2400" b="1" spc="100" dirty="0">
              <a:solidFill>
                <a:schemeClr val="tx1"/>
              </a:solidFill>
              <a:latin typeface="微软雅黑" panose="020B0503020204020204" pitchFamily="34" charset="-122"/>
              <a:ea typeface="微软雅黑" panose="020B0503020204020204" pitchFamily="34" charset="-122"/>
            </a:endParaRPr>
          </a:p>
        </p:txBody>
      </p:sp>
      <p:graphicFrame>
        <p:nvGraphicFramePr>
          <p:cNvPr id="3" name="表格 2"/>
          <p:cNvGraphicFramePr/>
          <p:nvPr>
            <p:custDataLst>
              <p:tags r:id="rId1"/>
            </p:custDataLst>
          </p:nvPr>
        </p:nvGraphicFramePr>
        <p:xfrm>
          <a:off x="1188720" y="3025775"/>
          <a:ext cx="9682480" cy="2832100"/>
        </p:xfrm>
        <a:graphic>
          <a:graphicData uri="http://schemas.openxmlformats.org/drawingml/2006/table">
            <a:tbl>
              <a:tblPr firstRow="1" bandRow="1">
                <a:tableStyleId>{5C22544A-7EE6-4342-B048-85BDC9FD1C3A}</a:tableStyleId>
              </a:tblPr>
              <a:tblGrid>
                <a:gridCol w="2420620"/>
                <a:gridCol w="2420620"/>
                <a:gridCol w="2420620"/>
                <a:gridCol w="2420620"/>
              </a:tblGrid>
              <a:tr h="566420">
                <a:tc rowSpan="2">
                  <a:txBody>
                    <a:bodyPr/>
                    <a:p>
                      <a:pPr>
                        <a:buNone/>
                      </a:pPr>
                      <a:r>
                        <a:rPr lang="en-US" altLang="zh-CN"/>
                        <a:t>                       </a:t>
                      </a:r>
                      <a:endParaRPr lang="en-US" altLang="zh-CN"/>
                    </a:p>
                    <a:p>
                      <a:pPr>
                        <a:buNone/>
                      </a:pPr>
                      <a:r>
                        <a:rPr lang="en-US" altLang="zh-CN"/>
                        <a:t>                             </a:t>
                      </a:r>
                      <a:r>
                        <a:rPr lang="zh-CN" altLang="en-US"/>
                        <a:t>时间</a:t>
                      </a:r>
                      <a:endParaRPr lang="zh-CN" altLang="en-US"/>
                    </a:p>
                    <a:p>
                      <a:pPr>
                        <a:buNone/>
                      </a:pPr>
                      <a:r>
                        <a:rPr lang="en-US" altLang="zh-CN"/>
                        <a:t>    </a:t>
                      </a:r>
                      <a:r>
                        <a:rPr lang="zh-CN" altLang="en-US"/>
                        <a:t>赛项</a:t>
                      </a:r>
                      <a:endParaRPr lang="zh-CN" altLang="en-US"/>
                    </a:p>
                  </a:txBody>
                  <a:tcPr/>
                </a:tc>
                <a:tc gridSpan="2">
                  <a:txBody>
                    <a:bodyPr/>
                    <a:p>
                      <a:pPr algn="ctr">
                        <a:buNone/>
                      </a:pPr>
                      <a:r>
                        <a:rPr lang="en-US" altLang="zh-CN"/>
                        <a:t>11</a:t>
                      </a:r>
                      <a:r>
                        <a:rPr lang="zh-CN" altLang="en-US"/>
                        <a:t>月</a:t>
                      </a:r>
                      <a:r>
                        <a:rPr lang="en-US" altLang="zh-CN"/>
                        <a:t>16</a:t>
                      </a:r>
                      <a:r>
                        <a:rPr lang="zh-CN" altLang="en-US"/>
                        <a:t>日</a:t>
                      </a:r>
                      <a:endParaRPr lang="zh-CN" altLang="en-US"/>
                    </a:p>
                  </a:txBody>
                  <a:tcPr anchor="ctr" anchorCtr="0"/>
                </a:tc>
                <a:tc hMerge="1">
                  <a:tcPr/>
                </a:tc>
                <a:tc>
                  <a:txBody>
                    <a:bodyPr/>
                    <a:p>
                      <a:pPr algn="ctr">
                        <a:buNone/>
                      </a:pPr>
                      <a:r>
                        <a:rPr lang="en-US" altLang="zh-CN"/>
                        <a:t>11</a:t>
                      </a:r>
                      <a:r>
                        <a:rPr lang="zh-CN" altLang="en-US"/>
                        <a:t>月</a:t>
                      </a:r>
                      <a:r>
                        <a:rPr lang="en-US" altLang="zh-CN"/>
                        <a:t>17</a:t>
                      </a:r>
                      <a:r>
                        <a:rPr lang="zh-CN" altLang="en-US"/>
                        <a:t>日</a:t>
                      </a:r>
                      <a:endParaRPr lang="zh-CN" altLang="en-US"/>
                    </a:p>
                  </a:txBody>
                  <a:tcPr anchor="ctr" anchorCtr="0"/>
                </a:tc>
              </a:tr>
              <a:tr h="566420">
                <a:tc vMerge="1">
                  <a:tcPr/>
                </a:tc>
                <a:tc>
                  <a:txBody>
                    <a:bodyPr/>
                    <a:p>
                      <a:pPr algn="ctr">
                        <a:buNone/>
                      </a:pPr>
                      <a:r>
                        <a:rPr lang="en-US" altLang="zh-CN"/>
                        <a:t>8</a:t>
                      </a:r>
                      <a:r>
                        <a:rPr lang="zh-CN" altLang="en-US"/>
                        <a:t>：</a:t>
                      </a:r>
                      <a:r>
                        <a:rPr lang="en-US" altLang="zh-CN"/>
                        <a:t>30-12</a:t>
                      </a:r>
                      <a:r>
                        <a:rPr lang="zh-CN" altLang="en-US"/>
                        <a:t>：</a:t>
                      </a:r>
                      <a:r>
                        <a:rPr lang="en-US" altLang="zh-CN"/>
                        <a:t>00</a:t>
                      </a:r>
                      <a:endParaRPr lang="en-US" altLang="zh-CN"/>
                    </a:p>
                  </a:txBody>
                  <a:tcPr anchor="ctr" anchorCtr="0"/>
                </a:tc>
                <a:tc>
                  <a:txBody>
                    <a:bodyPr/>
                    <a:p>
                      <a:pPr algn="ctr">
                        <a:buNone/>
                      </a:pPr>
                      <a:r>
                        <a:rPr lang="en-US" altLang="zh-CN"/>
                        <a:t>13</a:t>
                      </a:r>
                      <a:r>
                        <a:rPr lang="zh-CN" altLang="en-US"/>
                        <a:t>：</a:t>
                      </a:r>
                      <a:r>
                        <a:rPr lang="en-US" altLang="zh-CN"/>
                        <a:t>00-16</a:t>
                      </a:r>
                      <a:r>
                        <a:rPr lang="zh-CN" altLang="en-US"/>
                        <a:t>：</a:t>
                      </a:r>
                      <a:r>
                        <a:rPr lang="en-US" altLang="zh-CN"/>
                        <a:t>00</a:t>
                      </a:r>
                      <a:endParaRPr lang="en-US" altLang="zh-CN"/>
                    </a:p>
                  </a:txBody>
                  <a:tcPr anchor="ctr" anchorCtr="0"/>
                </a:tc>
                <a:tc>
                  <a:txBody>
                    <a:bodyPr/>
                    <a:p>
                      <a:pPr algn="ctr">
                        <a:buNone/>
                      </a:pPr>
                      <a:r>
                        <a:rPr lang="en-US" altLang="zh-CN"/>
                        <a:t>8</a:t>
                      </a:r>
                      <a:r>
                        <a:rPr lang="zh-CN" altLang="en-US"/>
                        <a:t>：</a:t>
                      </a:r>
                      <a:r>
                        <a:rPr lang="en-US" altLang="zh-CN"/>
                        <a:t>30-12</a:t>
                      </a:r>
                      <a:r>
                        <a:rPr lang="zh-CN" altLang="en-US"/>
                        <a:t>：</a:t>
                      </a:r>
                      <a:r>
                        <a:rPr lang="en-US" altLang="zh-CN"/>
                        <a:t>30</a:t>
                      </a:r>
                      <a:endParaRPr lang="en-US" altLang="zh-CN"/>
                    </a:p>
                  </a:txBody>
                  <a:tcPr anchor="ctr" anchorCtr="0"/>
                </a:tc>
              </a:tr>
              <a:tr h="566420">
                <a:tc>
                  <a:txBody>
                    <a:bodyPr/>
                    <a:p>
                      <a:pPr algn="ctr">
                        <a:buNone/>
                      </a:pPr>
                      <a:r>
                        <a:rPr lang="zh-CN" altLang="en-US"/>
                        <a:t>嵌入式</a:t>
                      </a:r>
                      <a:r>
                        <a:rPr lang="zh-CN" altLang="en-US"/>
                        <a:t>测试</a:t>
                      </a:r>
                      <a:endParaRPr lang="zh-CN" altLang="en-US"/>
                    </a:p>
                  </a:txBody>
                  <a:tcPr anchor="ctr" anchorCtr="0"/>
                </a:tc>
                <a:tc>
                  <a:txBody>
                    <a:bodyPr/>
                    <a:p>
                      <a:pPr algn="ctr">
                        <a:buNone/>
                      </a:pPr>
                      <a:r>
                        <a:rPr lang="zh-CN" altLang="en-US"/>
                        <a:t>✔</a:t>
                      </a: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r>
              <a:tr h="566420">
                <a:tc>
                  <a:txBody>
                    <a:bodyPr/>
                    <a:p>
                      <a:pPr algn="ctr">
                        <a:buNone/>
                      </a:pPr>
                      <a:r>
                        <a:rPr lang="en-US" altLang="zh-CN"/>
                        <a:t>Web</a:t>
                      </a:r>
                      <a:r>
                        <a:rPr lang="zh-CN" altLang="en-US"/>
                        <a:t>应用</a:t>
                      </a:r>
                      <a:r>
                        <a:rPr lang="zh-CN" altLang="en-US"/>
                        <a:t>测试</a:t>
                      </a:r>
                      <a:endParaRPr lang="zh-CN" altLang="en-US"/>
                    </a:p>
                  </a:txBody>
                  <a:tcPr anchor="ctr" anchorCtr="0"/>
                </a:tc>
                <a:tc>
                  <a:txBody>
                    <a:bodyPr/>
                    <a:p>
                      <a:pPr algn="ctr">
                        <a:buNone/>
                      </a:pPr>
                      <a:endParaRPr lang="zh-CN" altLang="en-US"/>
                    </a:p>
                  </a:txBody>
                  <a:tcPr anchor="ctr" anchorCtr="0"/>
                </a:tc>
                <a:tc>
                  <a:txBody>
                    <a:bodyPr/>
                    <a:p>
                      <a:pPr algn="ctr">
                        <a:buNone/>
                      </a:pPr>
                      <a:r>
                        <a:rPr lang="zh-CN" altLang="en-US" sz="1800">
                          <a:sym typeface="+mn-ea"/>
                        </a:rPr>
                        <a:t>✔</a:t>
                      </a:r>
                      <a:endParaRPr lang="zh-CN" altLang="en-US"/>
                    </a:p>
                  </a:txBody>
                  <a:tcPr anchor="ctr" anchorCtr="0"/>
                </a:tc>
                <a:tc>
                  <a:txBody>
                    <a:bodyPr/>
                    <a:p>
                      <a:pPr algn="ctr">
                        <a:buNone/>
                      </a:pPr>
                      <a:endParaRPr lang="zh-CN" altLang="en-US"/>
                    </a:p>
                  </a:txBody>
                  <a:tcPr anchor="ctr" anchorCtr="0"/>
                </a:tc>
              </a:tr>
              <a:tr h="566420">
                <a:tc>
                  <a:txBody>
                    <a:bodyPr/>
                    <a:p>
                      <a:pPr algn="ctr">
                        <a:buNone/>
                      </a:pPr>
                      <a:r>
                        <a:rPr lang="zh-CN" altLang="en-US"/>
                        <a:t>开发者</a:t>
                      </a:r>
                      <a:r>
                        <a:rPr lang="zh-CN" altLang="en-US"/>
                        <a:t>测试</a:t>
                      </a: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c>
                  <a:txBody>
                    <a:bodyPr/>
                    <a:p>
                      <a:pPr algn="ctr">
                        <a:buNone/>
                      </a:pPr>
                      <a:r>
                        <a:rPr lang="zh-CN" altLang="en-US" sz="1800">
                          <a:sym typeface="+mn-ea"/>
                        </a:rPr>
                        <a:t>✔</a:t>
                      </a:r>
                      <a:endParaRPr lang="zh-CN" altLang="en-US"/>
                    </a:p>
                  </a:txBody>
                  <a:tcPr anchor="ctr" anchorCtr="0"/>
                </a:tc>
              </a:tr>
            </a:tbl>
          </a:graphicData>
        </a:graphic>
      </p:graphicFrame>
      <p:cxnSp>
        <p:nvCxnSpPr>
          <p:cNvPr id="5" name="直接连接符 4"/>
          <p:cNvCxnSpPr/>
          <p:nvPr/>
        </p:nvCxnSpPr>
        <p:spPr>
          <a:xfrm>
            <a:off x="1202055" y="3046095"/>
            <a:ext cx="2444115" cy="1102995"/>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 name="Text Box 7"/>
          <p:cNvSpPr txBox="1">
            <a:spLocks noChangeArrowheads="1"/>
          </p:cNvSpPr>
          <p:nvPr/>
        </p:nvSpPr>
        <p:spPr bwMode="auto">
          <a:xfrm>
            <a:off x="3335973" y="393700"/>
            <a:ext cx="1082040" cy="353060"/>
          </a:xfrm>
          <a:prstGeom prst="rect">
            <a:avLst/>
          </a:prstGeom>
          <a:noFill/>
          <a:ln w="9525">
            <a:noFill/>
            <a:miter lim="800000"/>
          </a:ln>
          <a:extLst>
            <a:ext uri="{909E8E84-426E-40DD-AFC4-6F175D3DCCD1}">
              <a14:hiddenFill xmlns:a14="http://schemas.microsoft.com/office/drawing/2010/main">
                <a:solidFill>
                  <a:srgbClr val="0070C0"/>
                </a:solidFill>
              </a14:hiddenFill>
            </a:ext>
          </a:extLst>
        </p:spPr>
        <p:txBody>
          <a:bodyPr wrap="none" lIns="46078" tIns="23040" rIns="46078" bIns="23040">
            <a:spAutoFit/>
          </a:bodyPr>
          <a:p>
            <a:pPr algn="ctr" defTabSz="1096645"/>
            <a:r>
              <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总决赛</a:t>
            </a:r>
            <a:endParaRPr lang="zh-CN" altLang="en-US" sz="2000" spc="604" dirty="0">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3" name="组合 42"/>
          <p:cNvGrpSpPr/>
          <p:nvPr/>
        </p:nvGrpSpPr>
        <p:grpSpPr>
          <a:xfrm>
            <a:off x="226695" y="321945"/>
            <a:ext cx="11412855" cy="647700"/>
            <a:chOff x="357" y="168"/>
            <a:chExt cx="17973" cy="1020"/>
          </a:xfrm>
        </p:grpSpPr>
        <p:sp>
          <p:nvSpPr>
            <p:cNvPr id="44" name="矩形 43"/>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5" name="矩形 44"/>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6" name="矩形 45"/>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sp>
        <p:nvSpPr>
          <p:cNvPr id="50" name="矩形 49"/>
          <p:cNvSpPr/>
          <p:nvPr/>
        </p:nvSpPr>
        <p:spPr>
          <a:xfrm>
            <a:off x="3161665" y="405130"/>
            <a:ext cx="36000" cy="324000"/>
          </a:xfrm>
          <a:prstGeom prst="rect">
            <a:avLst/>
          </a:prstGeom>
          <a:solidFill>
            <a:schemeClr val="accent1"/>
          </a:solidFill>
        </p:spPr>
        <p:txBody>
          <a:bodyPr wrap="none">
            <a:spAutoFit/>
          </a:bodyPr>
          <a:p>
            <a:pPr indent="0" algn="l">
              <a:buFont typeface="Wingdings" panose="05000000000000000000" pitchFamily="2" charset="2"/>
              <a:buNone/>
            </a:pP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2" name="内容占位符 2"/>
          <p:cNvSpPr txBox="1"/>
          <p:nvPr/>
        </p:nvSpPr>
        <p:spPr>
          <a:xfrm>
            <a:off x="838200" y="981075"/>
            <a:ext cx="10694035" cy="1285240"/>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0">
              <a:lnSpc>
                <a:spcPct val="114000"/>
              </a:lnSpc>
              <a:buNone/>
            </a:pPr>
            <a:endParaRPr sz="800" dirty="0">
              <a:latin typeface="微软雅黑 Light" panose="020B0502040204020203" charset="-122"/>
              <a:ea typeface="微软雅黑 Light" panose="020B0502040204020203" charset="-122"/>
              <a:sym typeface="+mn-ea"/>
            </a:endParaRPr>
          </a:p>
          <a:p>
            <a:pPr marL="233045" lvl="1" indent="0" algn="l">
              <a:lnSpc>
                <a:spcPct val="150000"/>
              </a:lnSpc>
              <a:buClrTx/>
              <a:buSzTx/>
              <a:buNone/>
            </a:pPr>
            <a:r>
              <a:rPr 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总决赛时间为11月30日-12月1日。总决赛为现场赛，地点为广东省广州软件科学园。参赛选手差旅食宿自理，费用由参赛学生所在学校承担。</a:t>
            </a:r>
            <a:endParaRPr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33045" lvl="1" indent="0" algn="l">
              <a:lnSpc>
                <a:spcPct val="150000"/>
              </a:lnSpc>
              <a:buClrTx/>
              <a:buSzTx/>
              <a:buNone/>
            </a:pPr>
            <a:endParaRPr lang="zh-CN" altLang="en-US" sz="1800" b="1" dirty="0">
              <a:solidFill>
                <a:srgbClr val="0076CB"/>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文本框 26"/>
          <p:cNvSpPr txBox="1"/>
          <p:nvPr/>
        </p:nvSpPr>
        <p:spPr>
          <a:xfrm>
            <a:off x="982980" y="332105"/>
            <a:ext cx="2107565" cy="460375"/>
          </a:xfrm>
          <a:prstGeom prst="rect">
            <a:avLst/>
          </a:prstGeom>
          <a:noFill/>
        </p:spPr>
        <p:txBody>
          <a:bodyPr wrap="square" rtlCol="0">
            <a:spAutoFit/>
          </a:bodyPr>
          <a:p>
            <a:r>
              <a:rPr lang="zh-CN" sz="2400" b="1" spc="100">
                <a:latin typeface="微软雅黑" panose="020B0503020204020204" pitchFamily="34" charset="-122"/>
                <a:ea typeface="微软雅黑" panose="020B0503020204020204" pitchFamily="34" charset="-122"/>
                <a:sym typeface="+mn-ea"/>
              </a:rPr>
              <a:t>三、赛程安排</a:t>
            </a:r>
            <a:endParaRPr lang="zh-CN" sz="2400" b="1" spc="100" dirty="0">
              <a:solidFill>
                <a:schemeClr val="tx1"/>
              </a:solidFill>
              <a:latin typeface="微软雅黑" panose="020B0503020204020204" pitchFamily="34" charset="-122"/>
              <a:ea typeface="微软雅黑" panose="020B0503020204020204" pitchFamily="34" charset="-122"/>
            </a:endParaRPr>
          </a:p>
        </p:txBody>
      </p:sp>
      <p:graphicFrame>
        <p:nvGraphicFramePr>
          <p:cNvPr id="3" name="表格 2"/>
          <p:cNvGraphicFramePr/>
          <p:nvPr>
            <p:custDataLst>
              <p:tags r:id="rId1"/>
            </p:custDataLst>
          </p:nvPr>
        </p:nvGraphicFramePr>
        <p:xfrm>
          <a:off x="1197610" y="2526030"/>
          <a:ext cx="10062210" cy="3341370"/>
        </p:xfrm>
        <a:graphic>
          <a:graphicData uri="http://schemas.openxmlformats.org/drawingml/2006/table">
            <a:tbl>
              <a:tblPr firstRow="1" bandRow="1">
                <a:tableStyleId>{5C22544A-7EE6-4342-B048-85BDC9FD1C3A}</a:tableStyleId>
              </a:tblPr>
              <a:tblGrid>
                <a:gridCol w="3354070"/>
                <a:gridCol w="3354070"/>
                <a:gridCol w="3354070"/>
              </a:tblGrid>
              <a:tr h="556895">
                <a:tc rowSpan="2">
                  <a:txBody>
                    <a:bodyPr/>
                    <a:p>
                      <a:pPr>
                        <a:buNone/>
                      </a:pPr>
                      <a:r>
                        <a:rPr lang="en-US" altLang="zh-CN"/>
                        <a:t>                            </a:t>
                      </a:r>
                      <a:endParaRPr lang="en-US" altLang="zh-CN"/>
                    </a:p>
                    <a:p>
                      <a:pPr>
                        <a:buNone/>
                      </a:pPr>
                      <a:r>
                        <a:rPr lang="en-US" altLang="zh-CN"/>
                        <a:t>                                        </a:t>
                      </a:r>
                      <a:r>
                        <a:rPr lang="zh-CN" altLang="en-US"/>
                        <a:t>时间</a:t>
                      </a:r>
                      <a:endParaRPr lang="zh-CN" altLang="en-US"/>
                    </a:p>
                    <a:p>
                      <a:pPr>
                        <a:buNone/>
                      </a:pPr>
                      <a:r>
                        <a:rPr lang="en-US" altLang="zh-CN"/>
                        <a:t>          </a:t>
                      </a:r>
                      <a:r>
                        <a:rPr lang="zh-CN" altLang="en-US"/>
                        <a:t>赛项</a:t>
                      </a:r>
                      <a:endParaRPr lang="zh-CN" altLang="en-US"/>
                    </a:p>
                  </a:txBody>
                  <a:tcPr/>
                </a:tc>
                <a:tc gridSpan="2">
                  <a:txBody>
                    <a:bodyPr/>
                    <a:p>
                      <a:pPr algn="ctr">
                        <a:buNone/>
                      </a:pPr>
                      <a:r>
                        <a:rPr lang="en-US" altLang="zh-CN"/>
                        <a:t>11</a:t>
                      </a:r>
                      <a:r>
                        <a:rPr lang="zh-CN" altLang="en-US"/>
                        <a:t>月</a:t>
                      </a:r>
                      <a:r>
                        <a:rPr lang="en-US" altLang="zh-CN"/>
                        <a:t>30</a:t>
                      </a:r>
                      <a:r>
                        <a:rPr lang="zh-CN" altLang="en-US"/>
                        <a:t>日</a:t>
                      </a:r>
                      <a:endParaRPr lang="zh-CN" altLang="en-US"/>
                    </a:p>
                  </a:txBody>
                  <a:tcPr anchor="ctr" anchorCtr="0"/>
                </a:tc>
                <a:tc hMerge="1">
                  <a:tcPr/>
                </a:tc>
              </a:tr>
              <a:tr h="556895">
                <a:tc vMerge="1">
                  <a:tcPr/>
                </a:tc>
                <a:tc>
                  <a:txBody>
                    <a:bodyPr/>
                    <a:p>
                      <a:pPr algn="ctr">
                        <a:buNone/>
                      </a:pPr>
                      <a:r>
                        <a:rPr lang="en-US" altLang="zh-CN"/>
                        <a:t>8</a:t>
                      </a:r>
                      <a:r>
                        <a:rPr lang="zh-CN" altLang="en-US"/>
                        <a:t>：</a:t>
                      </a:r>
                      <a:r>
                        <a:rPr lang="en-US" altLang="zh-CN"/>
                        <a:t>30-12</a:t>
                      </a:r>
                      <a:r>
                        <a:rPr lang="zh-CN" altLang="en-US"/>
                        <a:t>：</a:t>
                      </a:r>
                      <a:r>
                        <a:rPr lang="en-US" altLang="zh-CN"/>
                        <a:t>30</a:t>
                      </a:r>
                      <a:endParaRPr lang="en-US" altLang="zh-CN"/>
                    </a:p>
                  </a:txBody>
                  <a:tcPr anchor="ctr" anchorCtr="0"/>
                </a:tc>
                <a:tc>
                  <a:txBody>
                    <a:bodyPr/>
                    <a:p>
                      <a:pPr algn="ctr">
                        <a:buNone/>
                      </a:pPr>
                      <a:r>
                        <a:rPr lang="en-US" altLang="zh-CN"/>
                        <a:t>14</a:t>
                      </a:r>
                      <a:r>
                        <a:rPr lang="zh-CN" altLang="en-US"/>
                        <a:t>：</a:t>
                      </a:r>
                      <a:r>
                        <a:rPr lang="en-US" altLang="zh-CN"/>
                        <a:t>00-17</a:t>
                      </a:r>
                      <a:r>
                        <a:rPr lang="zh-CN" altLang="en-US"/>
                        <a:t>：</a:t>
                      </a:r>
                      <a:r>
                        <a:rPr lang="en-US" altLang="zh-CN"/>
                        <a:t>00</a:t>
                      </a:r>
                      <a:endParaRPr lang="en-US" altLang="zh-CN"/>
                    </a:p>
                  </a:txBody>
                  <a:tcPr anchor="ctr" anchorCtr="0"/>
                </a:tc>
              </a:tr>
              <a:tr h="556895">
                <a:tc>
                  <a:txBody>
                    <a:bodyPr/>
                    <a:p>
                      <a:pPr algn="ctr">
                        <a:buNone/>
                      </a:pPr>
                      <a:r>
                        <a:rPr lang="zh-CN" altLang="en-US"/>
                        <a:t>嵌入式</a:t>
                      </a:r>
                      <a:r>
                        <a:rPr lang="zh-CN" altLang="en-US"/>
                        <a:t>测试</a:t>
                      </a:r>
                      <a:endParaRPr lang="zh-CN" altLang="en-US"/>
                    </a:p>
                  </a:txBody>
                  <a:tcPr anchor="ctr" anchorCtr="0"/>
                </a:tc>
                <a:tc>
                  <a:txBody>
                    <a:bodyPr/>
                    <a:p>
                      <a:pPr algn="ctr">
                        <a:buNone/>
                      </a:pPr>
                      <a:r>
                        <a:rPr lang="zh-CN" altLang="en-US" sz="1800">
                          <a:sym typeface="+mn-ea"/>
                        </a:rPr>
                        <a:t>✔</a:t>
                      </a:r>
                      <a:endParaRPr lang="zh-CN" altLang="en-US"/>
                    </a:p>
                  </a:txBody>
                  <a:tcPr anchor="ctr" anchorCtr="0"/>
                </a:tc>
                <a:tc rowSpan="3">
                  <a:txBody>
                    <a:bodyPr/>
                    <a:p>
                      <a:pPr algn="ctr">
                        <a:buNone/>
                      </a:pPr>
                      <a:r>
                        <a:rPr lang="zh-CN" altLang="en-US"/>
                        <a:t>邀请赛</a:t>
                      </a:r>
                      <a:endParaRPr lang="zh-CN" altLang="en-US"/>
                    </a:p>
                    <a:p>
                      <a:pPr algn="ctr">
                        <a:buNone/>
                      </a:pPr>
                      <a:r>
                        <a:rPr lang="zh-CN" altLang="en-US"/>
                        <a:t>（车联网安全</a:t>
                      </a:r>
                      <a:r>
                        <a:rPr lang="zh-CN" altLang="en-US"/>
                        <a:t>测试）</a:t>
                      </a:r>
                      <a:endParaRPr lang="zh-CN" altLang="en-US"/>
                    </a:p>
                  </a:txBody>
                  <a:tcPr anchor="ctr" anchorCtr="0"/>
                </a:tc>
              </a:tr>
              <a:tr h="556895">
                <a:tc>
                  <a:txBody>
                    <a:bodyPr/>
                    <a:p>
                      <a:pPr algn="ctr">
                        <a:buNone/>
                      </a:pPr>
                      <a:r>
                        <a:rPr lang="en-US" altLang="zh-CN"/>
                        <a:t>Web</a:t>
                      </a:r>
                      <a:r>
                        <a:rPr lang="zh-CN" altLang="en-US"/>
                        <a:t>应用</a:t>
                      </a:r>
                      <a:r>
                        <a:rPr lang="zh-CN" altLang="en-US"/>
                        <a:t>测试</a:t>
                      </a:r>
                      <a:endParaRPr lang="zh-CN" altLang="en-US"/>
                    </a:p>
                  </a:txBody>
                  <a:tcPr anchor="ctr" anchorCtr="0"/>
                </a:tc>
                <a:tc>
                  <a:txBody>
                    <a:bodyPr/>
                    <a:p>
                      <a:pPr algn="ctr">
                        <a:buNone/>
                      </a:pPr>
                      <a:r>
                        <a:rPr lang="zh-CN" altLang="en-US" sz="1800">
                          <a:sym typeface="+mn-ea"/>
                        </a:rPr>
                        <a:t>✔</a:t>
                      </a:r>
                      <a:endParaRPr lang="zh-CN" altLang="en-US"/>
                    </a:p>
                  </a:txBody>
                  <a:tcPr anchor="ctr" anchorCtr="0"/>
                </a:tc>
                <a:tc vMerge="1">
                  <a:tcPr/>
                </a:tc>
              </a:tr>
              <a:tr h="556895">
                <a:tc>
                  <a:txBody>
                    <a:bodyPr/>
                    <a:p>
                      <a:pPr algn="ctr">
                        <a:buNone/>
                      </a:pPr>
                      <a:r>
                        <a:rPr lang="zh-CN" altLang="en-US"/>
                        <a:t>开发者</a:t>
                      </a:r>
                      <a:r>
                        <a:rPr lang="zh-CN" altLang="en-US"/>
                        <a:t>测试</a:t>
                      </a:r>
                      <a:endParaRPr lang="zh-CN" altLang="en-US"/>
                    </a:p>
                  </a:txBody>
                  <a:tcPr anchor="ctr" anchorCtr="0"/>
                </a:tc>
                <a:tc>
                  <a:txBody>
                    <a:bodyPr/>
                    <a:p>
                      <a:pPr algn="ctr">
                        <a:buNone/>
                      </a:pPr>
                      <a:r>
                        <a:rPr lang="zh-CN" altLang="en-US" sz="1800">
                          <a:sym typeface="+mn-ea"/>
                        </a:rPr>
                        <a:t>✔</a:t>
                      </a:r>
                      <a:endParaRPr lang="zh-CN" altLang="en-US"/>
                    </a:p>
                  </a:txBody>
                  <a:tcPr anchor="ctr" anchorCtr="0"/>
                </a:tc>
                <a:tc vMerge="1">
                  <a:tcPr/>
                </a:tc>
              </a:tr>
              <a:tr h="556895">
                <a:tc>
                  <a:txBody>
                    <a:bodyPr/>
                    <a:p>
                      <a:pPr algn="ctr">
                        <a:buNone/>
                      </a:pPr>
                      <a:r>
                        <a:rPr lang="zh-CN" altLang="en-US"/>
                        <a:t>颁奖礼</a:t>
                      </a:r>
                      <a:endParaRPr lang="zh-CN" altLang="en-US"/>
                    </a:p>
                  </a:txBody>
                  <a:tcPr anchor="ctr" anchorCtr="0"/>
                </a:tc>
                <a:tc gridSpan="2">
                  <a:txBody>
                    <a:bodyPr/>
                    <a:p>
                      <a:pPr algn="ctr">
                        <a:buNone/>
                      </a:pPr>
                      <a:r>
                        <a:rPr lang="en-US" altLang="zh-CN"/>
                        <a:t>12</a:t>
                      </a:r>
                      <a:r>
                        <a:rPr lang="zh-CN" altLang="en-US"/>
                        <a:t>月</a:t>
                      </a:r>
                      <a:r>
                        <a:rPr lang="en-US" altLang="zh-CN"/>
                        <a:t>1</a:t>
                      </a:r>
                      <a:r>
                        <a:rPr lang="zh-CN" altLang="en-US"/>
                        <a:t>日</a:t>
                      </a:r>
                      <a:endParaRPr lang="zh-CN" altLang="en-US"/>
                    </a:p>
                  </a:txBody>
                  <a:tcPr anchor="ctr" anchorCtr="0"/>
                </a:tc>
                <a:tc hMerge="1">
                  <a:tcPr/>
                </a:tc>
              </a:tr>
            </a:tbl>
          </a:graphicData>
        </a:graphic>
      </p:graphicFrame>
      <p:cxnSp>
        <p:nvCxnSpPr>
          <p:cNvPr id="5" name="直接连接符 4"/>
          <p:cNvCxnSpPr/>
          <p:nvPr/>
        </p:nvCxnSpPr>
        <p:spPr>
          <a:xfrm>
            <a:off x="1206500" y="2543810"/>
            <a:ext cx="3376295" cy="110109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3" name="组合 42"/>
          <p:cNvGrpSpPr/>
          <p:nvPr/>
        </p:nvGrpSpPr>
        <p:grpSpPr>
          <a:xfrm>
            <a:off x="226695" y="321945"/>
            <a:ext cx="11412855" cy="647700"/>
            <a:chOff x="357" y="168"/>
            <a:chExt cx="17973" cy="1020"/>
          </a:xfrm>
        </p:grpSpPr>
        <p:sp>
          <p:nvSpPr>
            <p:cNvPr id="44" name="矩形 43"/>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5" name="矩形 44"/>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46" name="矩形 45"/>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sp>
        <p:nvSpPr>
          <p:cNvPr id="50" name="矩形 49"/>
          <p:cNvSpPr/>
          <p:nvPr/>
        </p:nvSpPr>
        <p:spPr>
          <a:xfrm>
            <a:off x="2874645" y="405130"/>
            <a:ext cx="36000" cy="324000"/>
          </a:xfrm>
          <a:prstGeom prst="rect">
            <a:avLst/>
          </a:prstGeom>
          <a:solidFill>
            <a:schemeClr val="accent1"/>
          </a:solidFill>
        </p:spPr>
        <p:txBody>
          <a:bodyPr wrap="none">
            <a:spAutoFit/>
          </a:bodyPr>
          <a:p>
            <a:pPr indent="0" algn="l">
              <a:buFont typeface="Wingdings" panose="05000000000000000000" pitchFamily="2" charset="2"/>
              <a:buNone/>
            </a:pP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2" name="内容占位符 2"/>
          <p:cNvSpPr txBox="1"/>
          <p:nvPr/>
        </p:nvSpPr>
        <p:spPr>
          <a:xfrm>
            <a:off x="738505" y="1135380"/>
            <a:ext cx="10774680" cy="4231005"/>
          </a:xfrm>
          <a:prstGeom prst="rect">
            <a:avLst/>
          </a:prstGeom>
          <a:ln>
            <a:solidFill>
              <a:schemeClr val="bg1"/>
            </a:solidFill>
          </a:ln>
        </p:spPr>
        <p:txBody>
          <a:bodyPr vert="horz" lIns="91440" tIns="45720" rIns="91440" bIns="45720" rtlCol="0">
            <a:noAutofit/>
          </a:bodyPr>
          <a:lstStyle>
            <a:lvl1pPr marL="116840" indent="-116840" algn="l" defTabSz="466090" rtl="0" eaLnBrk="1" latinLnBrk="0" hangingPunct="1">
              <a:lnSpc>
                <a:spcPct val="90000"/>
              </a:lnSpc>
              <a:spcBef>
                <a:spcPts val="510"/>
              </a:spcBef>
              <a:buFont typeface="Arial" panose="020B0604020202020204" pitchFamily="34" charset="0"/>
              <a:buChar char="•"/>
              <a:defRPr sz="1430" kern="1200">
                <a:solidFill>
                  <a:schemeClr val="tx1"/>
                </a:solidFill>
                <a:latin typeface="+mn-lt"/>
                <a:ea typeface="+mn-ea"/>
                <a:cs typeface="+mn-cs"/>
              </a:defRPr>
            </a:lvl1pPr>
            <a:lvl2pPr marL="349885" indent="-116840" algn="l" defTabSz="466090" rtl="0" eaLnBrk="1" latinLnBrk="0" hangingPunct="1">
              <a:lnSpc>
                <a:spcPct val="90000"/>
              </a:lnSpc>
              <a:spcBef>
                <a:spcPts val="255"/>
              </a:spcBef>
              <a:buFont typeface="Arial" panose="020B0604020202020204" pitchFamily="34" charset="0"/>
              <a:buChar char="•"/>
              <a:defRPr sz="1225" kern="1200">
                <a:solidFill>
                  <a:schemeClr val="tx1"/>
                </a:solidFill>
                <a:latin typeface="+mn-lt"/>
                <a:ea typeface="+mn-ea"/>
                <a:cs typeface="+mn-cs"/>
              </a:defRPr>
            </a:lvl2pPr>
            <a:lvl3pPr marL="582930" indent="-116840" algn="l" defTabSz="466090" rtl="0" eaLnBrk="1" latinLnBrk="0" hangingPunct="1">
              <a:lnSpc>
                <a:spcPct val="90000"/>
              </a:lnSpc>
              <a:spcBef>
                <a:spcPts val="255"/>
              </a:spcBef>
              <a:buFont typeface="Arial" panose="020B0604020202020204" pitchFamily="34" charset="0"/>
              <a:buChar char="•"/>
              <a:defRPr sz="1020" kern="1200">
                <a:solidFill>
                  <a:schemeClr val="tx1"/>
                </a:solidFill>
                <a:latin typeface="+mn-lt"/>
                <a:ea typeface="+mn-ea"/>
                <a:cs typeface="+mn-cs"/>
              </a:defRPr>
            </a:lvl3pPr>
            <a:lvl4pPr marL="81597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4pPr>
            <a:lvl5pPr marL="104965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5pPr>
            <a:lvl6pPr marL="128270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6pPr>
            <a:lvl7pPr marL="151574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7pPr>
            <a:lvl8pPr marL="1748790"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8pPr>
            <a:lvl9pPr marL="1981835" indent="-116840" algn="l" defTabSz="466090" rtl="0" eaLnBrk="1" latinLnBrk="0" hangingPunct="1">
              <a:lnSpc>
                <a:spcPct val="90000"/>
              </a:lnSpc>
              <a:spcBef>
                <a:spcPts val="255"/>
              </a:spcBef>
              <a:buFont typeface="Arial" panose="020B0604020202020204" pitchFamily="34" charset="0"/>
              <a:buChar char="•"/>
              <a:defRPr sz="920" kern="1200">
                <a:solidFill>
                  <a:schemeClr val="tx1"/>
                </a:solidFill>
                <a:latin typeface="+mn-lt"/>
                <a:ea typeface="+mn-ea"/>
                <a:cs typeface="+mn-cs"/>
              </a:defRPr>
            </a:lvl9pPr>
          </a:lstStyle>
          <a:p>
            <a:pPr marL="233045" lvl="1" indent="0">
              <a:lnSpc>
                <a:spcPct val="114000"/>
              </a:lnSpc>
              <a:buNone/>
            </a:pPr>
            <a:endParaRPr sz="1800" dirty="0">
              <a:latin typeface="微软雅黑 Light" panose="020B0502040204020203" charset="-122"/>
              <a:ea typeface="微软雅黑 Light" panose="020B0502040204020203" charset="-122"/>
              <a:sym typeface="+mn-ea"/>
            </a:endParaRPr>
          </a:p>
          <a:p>
            <a:pPr marL="0" lvl="1" indent="0" algn="l">
              <a:lnSpc>
                <a:spcPct val="150000"/>
              </a:lnSpc>
              <a:spcBef>
                <a:spcPts val="510"/>
              </a:spcBef>
              <a:buClrTx/>
              <a:buSzTx/>
              <a:buNone/>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如遇不可抗力，组委会保留将现场更改为网络赛的权利。调整事项及本通知未尽事宜由组委会另行通知，请留意大赛官网www.mooctest.org和公众号：慕测平台。如有其他疑问，可通过以下方式联系组委会：</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lgn="l">
              <a:lnSpc>
                <a:spcPct val="150000"/>
              </a:lnSpc>
              <a:spcBef>
                <a:spcPts val="510"/>
              </a:spcBef>
              <a:buClrTx/>
              <a:buSzTx/>
              <a:buNone/>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1. 大赛统一服务邮箱：cst@mooctest.net；</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lgn="l">
              <a:lnSpc>
                <a:spcPct val="150000"/>
              </a:lnSpc>
              <a:spcBef>
                <a:spcPts val="510"/>
              </a:spcBef>
              <a:buClrTx/>
              <a:buSzTx/>
              <a:buNone/>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2. 大赛组委会联系人：</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457200" algn="l">
              <a:lnSpc>
                <a:spcPct val="150000"/>
              </a:lnSpc>
              <a:spcBef>
                <a:spcPts val="510"/>
              </a:spcBef>
              <a:buClrTx/>
              <a:buSzTx/>
              <a:buNone/>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陈然，电话/微信：19826155602，邮箱：chenran@mooctest.com</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457200" algn="l">
              <a:lnSpc>
                <a:spcPct val="150000"/>
              </a:lnSpc>
              <a:spcBef>
                <a:spcPts val="510"/>
              </a:spcBef>
              <a:buClrTx/>
              <a:buSzTx/>
              <a:buNone/>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杨权，电话/微信：13951859972，邮箱：yangquan@mooctest.com</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文本框 26"/>
          <p:cNvSpPr txBox="1"/>
          <p:nvPr/>
        </p:nvSpPr>
        <p:spPr>
          <a:xfrm>
            <a:off x="767715" y="332105"/>
            <a:ext cx="2287270" cy="460375"/>
          </a:xfrm>
          <a:prstGeom prst="rect">
            <a:avLst/>
          </a:prstGeom>
          <a:noFill/>
        </p:spPr>
        <p:txBody>
          <a:bodyPr wrap="square" rtlCol="0">
            <a:spAutoFit/>
          </a:bodyPr>
          <a:p>
            <a:r>
              <a:rPr lang="zh-CN" sz="2400" b="1" spc="100">
                <a:latin typeface="微软雅黑" panose="020B0503020204020204" pitchFamily="34" charset="-122"/>
                <a:ea typeface="微软雅黑" panose="020B0503020204020204" pitchFamily="34" charset="-122"/>
                <a:sym typeface="+mn-ea"/>
              </a:rPr>
              <a:t>四、其他事项</a:t>
            </a:r>
            <a:endParaRPr lang="zh-CN" sz="2400" b="1" spc="100" dirty="0">
              <a:solidFill>
                <a:schemeClr val="tx1"/>
              </a:solidFill>
              <a:latin typeface="微软雅黑" panose="020B0503020204020204" pitchFamily="34" charset="-122"/>
              <a:ea typeface="微软雅黑" panose="020B0503020204020204" pitchFamily="34" charset="-122"/>
            </a:endParaRPr>
          </a:p>
        </p:txBody>
      </p:sp>
      <p:pic>
        <p:nvPicPr>
          <p:cNvPr id="4" name="图片 3" descr="_其他订单"/>
          <p:cNvPicPr>
            <a:picLocks noChangeAspect="1"/>
          </p:cNvPicPr>
          <p:nvPr/>
        </p:nvPicPr>
        <p:blipFill>
          <a:blip r:embed="rId1"/>
          <a:stretch>
            <a:fillRect/>
          </a:stretch>
        </p:blipFill>
        <p:spPr>
          <a:xfrm>
            <a:off x="802640" y="1440180"/>
            <a:ext cx="548640" cy="548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 name="图片 141"/>
          <p:cNvPicPr>
            <a:picLocks noChangeAspect="1"/>
          </p:cNvPicPr>
          <p:nvPr/>
        </p:nvPicPr>
        <p:blipFill rotWithShape="1">
          <a:blip r:embed="rId1" cstate="print">
            <a:extLst>
              <a:ext uri="{28A0092B-C50C-407E-A947-70E740481C1C}">
                <a14:useLocalDpi xmlns:a14="http://schemas.microsoft.com/office/drawing/2010/main" val="0"/>
              </a:ext>
            </a:extLst>
          </a:blip>
          <a:srcRect l="48301" r="3667"/>
          <a:stretch>
            <a:fillRect/>
          </a:stretch>
        </p:blipFill>
        <p:spPr>
          <a:xfrm>
            <a:off x="0" y="-35747"/>
            <a:ext cx="5912350" cy="6923777"/>
          </a:xfrm>
          <a:prstGeom prst="rect">
            <a:avLst/>
          </a:prstGeom>
        </p:spPr>
      </p:pic>
      <p:sp>
        <p:nvSpPr>
          <p:cNvPr id="9" name="矩形 8"/>
          <p:cNvSpPr/>
          <p:nvPr/>
        </p:nvSpPr>
        <p:spPr>
          <a:xfrm>
            <a:off x="-1" y="-26392"/>
            <a:ext cx="5937040" cy="6887584"/>
          </a:xfrm>
          <a:prstGeom prst="rect">
            <a:avLst/>
          </a:prstGeom>
          <a:solidFill>
            <a:srgbClr val="0076CC">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464595" y="1534187"/>
            <a:ext cx="2983159" cy="4154443"/>
          </a:xfrm>
          <a:prstGeom prst="rect">
            <a:avLst/>
          </a:prstGeom>
        </p:spPr>
        <p:txBody>
          <a:bodyPr wrap="square">
            <a:spAutoFit/>
          </a:bodyPr>
          <a:lstStyle/>
          <a:p>
            <a:pPr algn="ctr"/>
            <a:r>
              <a:rPr lang="zh-CN" altLang="en-US" sz="88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软件定义世界</a:t>
            </a:r>
            <a:endParaRPr lang="zh-CN" altLang="en-US" sz="5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9" name="矩形 48"/>
          <p:cNvSpPr/>
          <p:nvPr/>
        </p:nvSpPr>
        <p:spPr>
          <a:xfrm>
            <a:off x="7195520" y="1534187"/>
            <a:ext cx="2983159" cy="4154443"/>
          </a:xfrm>
          <a:prstGeom prst="rect">
            <a:avLst/>
          </a:prstGeom>
        </p:spPr>
        <p:txBody>
          <a:bodyPr wrap="square">
            <a:spAutoFit/>
          </a:bodyPr>
          <a:lstStyle/>
          <a:p>
            <a:pPr algn="ctr"/>
            <a:r>
              <a:rPr lang="zh-CN" altLang="en-US" sz="8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数据驱动未来</a:t>
            </a:r>
            <a:endParaRPr lang="zh-CN" altLang="en-US" sz="5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p:push dir="u"/>
  </p:transition>
</p:sld>
</file>

<file path=ppt/tags/tag1.xml><?xml version="1.0" encoding="utf-8"?>
<p:tagLst xmlns:p="http://schemas.openxmlformats.org/presentationml/2006/main">
  <p:tag name="KSO_WM_DIAGRAM_VIRTUALLY_FRAME" val="{&quot;height&quot;:410.7077952755906,&quot;left&quot;:100.675,&quot;top&quot;:77.25,&quot;width&quot;:501.175}"/>
</p:tagLst>
</file>

<file path=ppt/tags/tag2.xml><?xml version="1.0" encoding="utf-8"?>
<p:tagLst xmlns:p="http://schemas.openxmlformats.org/presentationml/2006/main">
  <p:tag name="KSO_WM_DIAGRAM_VIRTUALLY_FRAME" val="{&quot;height&quot;:410.7077952755906,&quot;left&quot;:100.675,&quot;top&quot;:77.25,&quot;width&quot;:501.175}"/>
</p:tagLst>
</file>

<file path=ppt/tags/tag3.xml><?xml version="1.0" encoding="utf-8"?>
<p:tagLst xmlns:p="http://schemas.openxmlformats.org/presentationml/2006/main">
  <p:tag name="MH" val="20150923221403"/>
  <p:tag name="MH_LIBRARY" val="GRAPHIC"/>
  <p:tag name="MH_ORDER" val="Rectangle 33"/>
</p:tagLst>
</file>

<file path=ppt/tags/tag4.xml><?xml version="1.0" encoding="utf-8"?>
<p:tagLst xmlns:p="http://schemas.openxmlformats.org/presentationml/2006/main">
  <p:tag name="MH" val="20150923221403"/>
  <p:tag name="MH_LIBRARY" val="GRAPHIC"/>
  <p:tag name="MH_ORDER" val="文本框 35"/>
</p:tagLst>
</file>

<file path=ppt/tags/tag5.xml><?xml version="1.0" encoding="utf-8"?>
<p:tagLst xmlns:p="http://schemas.openxmlformats.org/presentationml/2006/main">
  <p:tag name="MH" val="20150923221403"/>
  <p:tag name="MH_LIBRARY" val="GRAPHIC"/>
  <p:tag name="MH_ORDER" val="文本框 37"/>
  <p:tag name="KSO_WM_DIAGRAM_VIRTUALLY_FRAME" val="{&quot;height&quot;:410.7077952755906,&quot;left&quot;:100.675,&quot;top&quot;:77.25,&quot;width&quot;:501.175}"/>
</p:tagLst>
</file>

<file path=ppt/tags/tag6.xml><?xml version="1.0" encoding="utf-8"?>
<p:tagLst xmlns:p="http://schemas.openxmlformats.org/presentationml/2006/main">
  <p:tag name="MH" val="20150923221403"/>
  <p:tag name="MH_LIBRARY" val="GRAPHIC"/>
  <p:tag name="MH_ORDER" val="直接连接符 38"/>
  <p:tag name="KSO_WM_DIAGRAM_VIRTUALLY_FRAME" val="{&quot;height&quot;:410.7077952755906,&quot;left&quot;:100.675,&quot;top&quot;:77.25,&quot;width&quot;:501.175}"/>
</p:tagLst>
</file>

<file path=ppt/tags/tag7.xml><?xml version="1.0" encoding="utf-8"?>
<p:tagLst xmlns:p="http://schemas.openxmlformats.org/presentationml/2006/main">
  <p:tag name="MH" val="20150923221403"/>
  <p:tag name="MH_LIBRARY" val="GRAPHIC"/>
  <p:tag name="MH_ORDER" val="文本框 41"/>
  <p:tag name="KSO_WM_DIAGRAM_VIRTUALLY_FRAME" val="{&quot;height&quot;:410.7077952755906,&quot;left&quot;:100.675,&quot;top&quot;:77.25,&quot;width&quot;:501.175}"/>
</p:tagLst>
</file>

<file path=ppt/tags/tag8.xml><?xml version="1.0" encoding="utf-8"?>
<p:tagLst xmlns:p="http://schemas.openxmlformats.org/presentationml/2006/main">
  <p:tag name="MH" val="20150923221403"/>
  <p:tag name="MH_LIBRARY" val="GRAPHIC"/>
  <p:tag name="MH_ORDER" val="直接连接符 42"/>
  <p:tag name="KSO_WM_DIAGRAM_VIRTUALLY_FRAME" val="{&quot;height&quot;:410.7077952755906,&quot;left&quot;:100.675,&quot;top&quot;:77.25,&quot;width&quot;:501.175}"/>
</p:tagLst>
</file>

<file path=ppt/tags/tag9.xml><?xml version="1.0" encoding="utf-8"?>
<p:tagLst xmlns:p="http://schemas.openxmlformats.org/presentationml/2006/main">
  <p:tag name="MH" val="20150923221403"/>
  <p:tag name="MH_LIBRARY" val="GRAPHIC"/>
  <p:tag name="MH_ORDER" val="Rectangle 34"/>
</p:tagLst>
</file>

<file path=ppt/tags/tag10.xml><?xml version="1.0" encoding="utf-8"?>
<p:tagLst xmlns:p="http://schemas.openxmlformats.org/presentationml/2006/main">
  <p:tag name="KSO_WM_DIAGRAM_VIRTUALLY_FRAME" val="{&quot;height&quot;:410.7077952755906,&quot;left&quot;:100.675,&quot;top&quot;:77.25,&quot;width&quot;:501.175}"/>
</p:tagLst>
</file>

<file path=ppt/tags/tag11.xml><?xml version="1.0" encoding="utf-8"?>
<p:tagLst xmlns:p="http://schemas.openxmlformats.org/presentationml/2006/main">
  <p:tag name="KSO_WM_DIAGRAM_VIRTUALLY_FRAME" val="{&quot;height&quot;:410.7077952755906,&quot;left&quot;:100.675,&quot;top&quot;:77.25,&quot;width&quot;:501.175}"/>
</p:tagLst>
</file>

<file path=ppt/tags/tag12.xml><?xml version="1.0" encoding="utf-8"?>
<p:tagLst xmlns:p="http://schemas.openxmlformats.org/presentationml/2006/main">
  <p:tag name="KSO_WM_DIAGRAM_VIRTUALLY_FRAME" val="{&quot;height&quot;:410.7077952755906,&quot;left&quot;:100.675,&quot;top&quot;:77.25,&quot;width&quot;:501.175}"/>
</p:tagLst>
</file>

<file path=ppt/tags/tag13.xml><?xml version="1.0" encoding="utf-8"?>
<p:tagLst xmlns:p="http://schemas.openxmlformats.org/presentationml/2006/main">
  <p:tag name="MH" val="20150923221403"/>
  <p:tag name="MH_LIBRARY" val="GRAPHIC"/>
  <p:tag name="MH_ORDER" val="文本框 45"/>
  <p:tag name="KSO_WM_DIAGRAM_VIRTUALLY_FRAME" val="{&quot;height&quot;:410.7077952755906,&quot;left&quot;:100.675,&quot;top&quot;:77.25,&quot;width&quot;:501.175}"/>
</p:tagLst>
</file>

<file path=ppt/tags/tag14.xml><?xml version="1.0" encoding="utf-8"?>
<p:tagLst xmlns:p="http://schemas.openxmlformats.org/presentationml/2006/main">
  <p:tag name="MH" val="20150923221403"/>
  <p:tag name="MH_LIBRARY" val="GRAPHIC"/>
  <p:tag name="MH_ORDER" val="直接连接符 46"/>
  <p:tag name="KSO_WM_DIAGRAM_VIRTUALLY_FRAME" val="{&quot;height&quot;:410.7077952755906,&quot;left&quot;:100.675,&quot;top&quot;:77.25,&quot;width&quot;:501.175}"/>
</p:tagLst>
</file>

<file path=ppt/tags/tag15.xml><?xml version="1.0" encoding="utf-8"?>
<p:tagLst xmlns:p="http://schemas.openxmlformats.org/presentationml/2006/main">
  <p:tag name="KSO_WM_DIAGRAM_VIRTUALLY_FRAME" val="{&quot;height&quot;:410.7077952755906,&quot;left&quot;:100.675,&quot;top&quot;:77.25,&quot;width&quot;:501.175}"/>
</p:tagLst>
</file>

<file path=ppt/tags/tag16.xml><?xml version="1.0" encoding="utf-8"?>
<p:tagLst xmlns:p="http://schemas.openxmlformats.org/presentationml/2006/main">
  <p:tag name="KSO_WM_DIAGRAM_VIRTUALLY_FRAME" val="{&quot;height&quot;:410.7077952755906,&quot;left&quot;:100.675,&quot;top&quot;:77.25,&quot;width&quot;:501.175}"/>
</p:tagLst>
</file>

<file path=ppt/tags/tag17.xml><?xml version="1.0" encoding="utf-8"?>
<p:tagLst xmlns:p="http://schemas.openxmlformats.org/presentationml/2006/main">
  <p:tag name="KSO_WM_DIAGRAM_VIRTUALLY_FRAME" val="{&quot;height&quot;:410.7077952755906,&quot;left&quot;:100.675,&quot;top&quot;:77.25,&quot;width&quot;:501.175}"/>
</p:tagLst>
</file>

<file path=ppt/tags/tag18.xml><?xml version="1.0" encoding="utf-8"?>
<p:tagLst xmlns:p="http://schemas.openxmlformats.org/presentationml/2006/main">
  <p:tag name="MH" val="20150923221403"/>
  <p:tag name="MH_LIBRARY" val="GRAPHIC"/>
  <p:tag name="MH_ORDER" val="文本框 41"/>
  <p:tag name="KSO_WM_DIAGRAM_VIRTUALLY_FRAME" val="{&quot;height&quot;:410.7077952755906,&quot;left&quot;:100.675,&quot;top&quot;:77.25,&quot;width&quot;:501.175}"/>
</p:tagLst>
</file>

<file path=ppt/tags/tag19.xml><?xml version="1.0" encoding="utf-8"?>
<p:tagLst xmlns:p="http://schemas.openxmlformats.org/presentationml/2006/main">
  <p:tag name="MH" val="20150923221403"/>
  <p:tag name="MH_LIBRARY" val="GRAPHIC"/>
  <p:tag name="MH_ORDER" val="直接连接符 42"/>
  <p:tag name="KSO_WM_DIAGRAM_VIRTUALLY_FRAME" val="{&quot;height&quot;:410.7077952755906,&quot;left&quot;:100.675,&quot;top&quot;:77.25,&quot;width&quot;:501.175}"/>
</p:tagLst>
</file>

<file path=ppt/tags/tag20.xml><?xml version="1.0" encoding="utf-8"?>
<p:tagLst xmlns:p="http://schemas.openxmlformats.org/presentationml/2006/main">
  <p:tag name="KSO_WM_DIAGRAM_VIRTUALLY_FRAME" val="{&quot;height&quot;:410.7077952755906,&quot;left&quot;:100.675,&quot;top&quot;:77.25,&quot;width&quot;:501.175}"/>
</p:tagLst>
</file>

<file path=ppt/tags/tag21.xml><?xml version="1.0" encoding="utf-8"?>
<p:tagLst xmlns:p="http://schemas.openxmlformats.org/presentationml/2006/main">
  <p:tag name="KSO_WM_DIAGRAM_VIRTUALLY_FRAME" val="{&quot;height&quot;:368.95,&quot;left&quot;:0,&quot;top&quot;:118.8,&quot;width&quot;:960}"/>
</p:tagLst>
</file>

<file path=ppt/tags/tag22.xml><?xml version="1.0" encoding="utf-8"?>
<p:tagLst xmlns:p="http://schemas.openxmlformats.org/presentationml/2006/main">
  <p:tag name="KSO_WM_DIAGRAM_VIRTUALLY_FRAME" val="{&quot;height&quot;:368.95,&quot;left&quot;:0,&quot;top&quot;:118.8,&quot;width&quot;:960}"/>
</p:tagLst>
</file>

<file path=ppt/tags/tag23.xml><?xml version="1.0" encoding="utf-8"?>
<p:tagLst xmlns:p="http://schemas.openxmlformats.org/presentationml/2006/main">
  <p:tag name="KSO_WM_DIAGRAM_VIRTUALLY_FRAME" val="{&quot;height&quot;:368.95,&quot;left&quot;:0,&quot;top&quot;:118.8,&quot;width&quot;:960}"/>
</p:tagLst>
</file>

<file path=ppt/tags/tag24.xml><?xml version="1.0" encoding="utf-8"?>
<p:tagLst xmlns:p="http://schemas.openxmlformats.org/presentationml/2006/main">
  <p:tag name="KSO_WM_DIAGRAM_VIRTUALLY_FRAME" val="{&quot;height&quot;:368.95,&quot;left&quot;:0,&quot;top&quot;:118.8,&quot;width&quot;:960}"/>
</p:tagLst>
</file>

<file path=ppt/tags/tag25.xml><?xml version="1.0" encoding="utf-8"?>
<p:tagLst xmlns:p="http://schemas.openxmlformats.org/presentationml/2006/main">
  <p:tag name="KSO_WM_DIAGRAM_VIRTUALLY_FRAME" val="{&quot;height&quot;:368.95,&quot;left&quot;:0,&quot;top&quot;:118.8,&quot;width&quot;:960}"/>
</p:tagLst>
</file>

<file path=ppt/tags/tag26.xml><?xml version="1.0" encoding="utf-8"?>
<p:tagLst xmlns:p="http://schemas.openxmlformats.org/presentationml/2006/main">
  <p:tag name="KSO_WM_DIAGRAM_VIRTUALLY_FRAME" val="{&quot;height&quot;:368.95,&quot;left&quot;:0,&quot;top&quot;:118.8,&quot;width&quot;:960}"/>
</p:tagLst>
</file>

<file path=ppt/tags/tag27.xml><?xml version="1.0" encoding="utf-8"?>
<p:tagLst xmlns:p="http://schemas.openxmlformats.org/presentationml/2006/main">
  <p:tag name="KSO_WM_DIAGRAM_VIRTUALLY_FRAME" val="{&quot;height&quot;:368.95,&quot;left&quot;:0,&quot;top&quot;:118.8,&quot;width&quot;:960}"/>
</p:tagLst>
</file>

<file path=ppt/tags/tag28.xml><?xml version="1.0" encoding="utf-8"?>
<p:tagLst xmlns:p="http://schemas.openxmlformats.org/presentationml/2006/main">
  <p:tag name="KSO_WM_DIAGRAM_VIRTUALLY_FRAME" val="{&quot;height&quot;:368.95,&quot;left&quot;:0,&quot;top&quot;:118.8,&quot;width&quot;:960}"/>
</p:tagLst>
</file>

<file path=ppt/tags/tag29.xml><?xml version="1.0" encoding="utf-8"?>
<p:tagLst xmlns:p="http://schemas.openxmlformats.org/presentationml/2006/main">
  <p:tag name="KSO_WM_DIAGRAM_VIRTUALLY_FRAME" val="{&quot;height&quot;:368.95,&quot;left&quot;:0,&quot;top&quot;:118.8,&quot;width&quot;:960}"/>
</p:tagLst>
</file>

<file path=ppt/tags/tag30.xml><?xml version="1.0" encoding="utf-8"?>
<p:tagLst xmlns:p="http://schemas.openxmlformats.org/presentationml/2006/main">
  <p:tag name="KSO_WM_DIAGRAM_VIRTUALLY_FRAME" val="{&quot;height&quot;:368.95,&quot;left&quot;:0,&quot;top&quot;:118.8,&quot;width&quot;:960}"/>
</p:tagLst>
</file>

<file path=ppt/tags/tag31.xml><?xml version="1.0" encoding="utf-8"?>
<p:tagLst xmlns:p="http://schemas.openxmlformats.org/presentationml/2006/main">
  <p:tag name="KSO_WM_DIAGRAM_VIRTUALLY_FRAME" val="{&quot;height&quot;:368.95,&quot;left&quot;:0,&quot;top&quot;:118.8,&quot;width&quot;:960}"/>
</p:tagLst>
</file>

<file path=ppt/tags/tag32.xml><?xml version="1.0" encoding="utf-8"?>
<p:tagLst xmlns:p="http://schemas.openxmlformats.org/presentationml/2006/main">
  <p:tag name="KSO_WM_DIAGRAM_VIRTUALLY_FRAME" val="{&quot;height&quot;:368.95,&quot;left&quot;:0,&quot;top&quot;:118.8,&quot;width&quot;:960}"/>
</p:tagLst>
</file>

<file path=ppt/tags/tag33.xml><?xml version="1.0" encoding="utf-8"?>
<p:tagLst xmlns:p="http://schemas.openxmlformats.org/presentationml/2006/main">
  <p:tag name="KSO_WM_DIAGRAM_VIRTUALLY_FRAME" val="{&quot;height&quot;:368.95,&quot;left&quot;:0,&quot;top&quot;:118.8,&quot;width&quot;:960}"/>
</p:tagLst>
</file>

<file path=ppt/tags/tag34.xml><?xml version="1.0" encoding="utf-8"?>
<p:tagLst xmlns:p="http://schemas.openxmlformats.org/presentationml/2006/main">
  <p:tag name="KSO_WM_DIAGRAM_VIRTUALLY_FRAME" val="{&quot;height&quot;:368.95,&quot;left&quot;:0,&quot;top&quot;:118.8,&quot;width&quot;:960}"/>
</p:tagLst>
</file>

<file path=ppt/tags/tag35.xml><?xml version="1.0" encoding="utf-8"?>
<p:tagLst xmlns:p="http://schemas.openxmlformats.org/presentationml/2006/main">
  <p:tag name="KSO_WM_DIAGRAM_VIRTUALLY_FRAME" val="{&quot;height&quot;:368.95,&quot;left&quot;:0,&quot;top&quot;:118.8,&quot;width&quot;:960}"/>
</p:tagLst>
</file>

<file path=ppt/tags/tag36.xml><?xml version="1.0" encoding="utf-8"?>
<p:tagLst xmlns:p="http://schemas.openxmlformats.org/presentationml/2006/main">
  <p:tag name="KSO_WM_DIAGRAM_VIRTUALLY_FRAME" val="{&quot;height&quot;:368.95,&quot;left&quot;:0,&quot;top&quot;:118.8,&quot;width&quot;:960}"/>
</p:tagLst>
</file>

<file path=ppt/tags/tag37.xml><?xml version="1.0" encoding="utf-8"?>
<p:tagLst xmlns:p="http://schemas.openxmlformats.org/presentationml/2006/main">
  <p:tag name="KSO_WM_DIAGRAM_VIRTUALLY_FRAME" val="{&quot;height&quot;:368.95,&quot;left&quot;:0,&quot;top&quot;:118.8,&quot;width&quot;:960}"/>
</p:tagLst>
</file>

<file path=ppt/tags/tag38.xml><?xml version="1.0" encoding="utf-8"?>
<p:tagLst xmlns:p="http://schemas.openxmlformats.org/presentationml/2006/main">
  <p:tag name="KSO_WM_DIAGRAM_VIRTUALLY_FRAME" val="{&quot;height&quot;:368.95,&quot;left&quot;:0,&quot;top&quot;:118.8,&quot;width&quot;:960}"/>
</p:tagLst>
</file>

<file path=ppt/tags/tag39.xml><?xml version="1.0" encoding="utf-8"?>
<p:tagLst xmlns:p="http://schemas.openxmlformats.org/presentationml/2006/main">
  <p:tag name="KSO_WM_DIAGRAM_VIRTUALLY_FRAME" val="{&quot;height&quot;:368.95,&quot;left&quot;:0,&quot;top&quot;:118.8,&quot;width&quot;:960}"/>
</p:tagLst>
</file>

<file path=ppt/tags/tag40.xml><?xml version="1.0" encoding="utf-8"?>
<p:tagLst xmlns:p="http://schemas.openxmlformats.org/presentationml/2006/main">
  <p:tag name="KSO_WM_DIAGRAM_VIRTUALLY_FRAME" val="{&quot;height&quot;:368.95,&quot;left&quot;:0,&quot;top&quot;:118.8,&quot;width&quot;:960}"/>
</p:tagLst>
</file>

<file path=ppt/tags/tag41.xml><?xml version="1.0" encoding="utf-8"?>
<p:tagLst xmlns:p="http://schemas.openxmlformats.org/presentationml/2006/main">
  <p:tag name="KSO_WM_DIAGRAM_VIRTUALLY_FRAME" val="{&quot;height&quot;:368.95,&quot;left&quot;:0,&quot;top&quot;:118.8,&quot;width&quot;:960}"/>
</p:tagLst>
</file>

<file path=ppt/tags/tag42.xml><?xml version="1.0" encoding="utf-8"?>
<p:tagLst xmlns:p="http://schemas.openxmlformats.org/presentationml/2006/main">
  <p:tag name="KSO_WM_DIAGRAM_VIRTUALLY_FRAME" val="{&quot;height&quot;:368.95,&quot;left&quot;:0,&quot;top&quot;:118.8,&quot;width&quot;:960}"/>
</p:tagLst>
</file>

<file path=ppt/tags/tag43.xml><?xml version="1.0" encoding="utf-8"?>
<p:tagLst xmlns:p="http://schemas.openxmlformats.org/presentationml/2006/main">
  <p:tag name="KSO_WM_DIAGRAM_VIRTUALLY_FRAME" val="{&quot;height&quot;:368.95,&quot;left&quot;:0,&quot;top&quot;:118.8,&quot;width&quot;:960}"/>
</p:tagLst>
</file>

<file path=ppt/tags/tag44.xml><?xml version="1.0" encoding="utf-8"?>
<p:tagLst xmlns:p="http://schemas.openxmlformats.org/presentationml/2006/main">
  <p:tag name="KSO_WM_DIAGRAM_VIRTUALLY_FRAME" val="{&quot;height&quot;:368.95,&quot;left&quot;:0,&quot;top&quot;:118.8,&quot;width&quot;:960}"/>
</p:tagLst>
</file>

<file path=ppt/tags/tag45.xml><?xml version="1.0" encoding="utf-8"?>
<p:tagLst xmlns:p="http://schemas.openxmlformats.org/presentationml/2006/main">
  <p:tag name="KSO_WM_DIAGRAM_VIRTUALLY_FRAME" val="{&quot;height&quot;:368.95,&quot;left&quot;:0,&quot;top&quot;:118.8,&quot;width&quot;:960}"/>
</p:tagLst>
</file>

<file path=ppt/tags/tag46.xml><?xml version="1.0" encoding="utf-8"?>
<p:tagLst xmlns:p="http://schemas.openxmlformats.org/presentationml/2006/main">
  <p:tag name="KSO_WM_DIAGRAM_VIRTUALLY_FRAME" val="{&quot;height&quot;:368.95,&quot;left&quot;:0,&quot;top&quot;:118.8,&quot;width&quot;:960}"/>
</p:tagLst>
</file>

<file path=ppt/tags/tag47.xml><?xml version="1.0" encoding="utf-8"?>
<p:tagLst xmlns:p="http://schemas.openxmlformats.org/presentationml/2006/main">
  <p:tag name="KSO_WM_DIAGRAM_VIRTUALLY_FRAME" val="{&quot;height&quot;:368.95,&quot;left&quot;:0,&quot;top&quot;:118.8,&quot;width&quot;:960}"/>
</p:tagLst>
</file>

<file path=ppt/tags/tag48.xml><?xml version="1.0" encoding="utf-8"?>
<p:tagLst xmlns:p="http://schemas.openxmlformats.org/presentationml/2006/main">
  <p:tag name="KSO_WM_DIAGRAM_VIRTUALLY_FRAME" val="{&quot;height&quot;:368.95,&quot;left&quot;:0,&quot;top&quot;:118.8,&quot;width&quot;:960}"/>
</p:tagLst>
</file>

<file path=ppt/tags/tag49.xml><?xml version="1.0" encoding="utf-8"?>
<p:tagLst xmlns:p="http://schemas.openxmlformats.org/presentationml/2006/main">
  <p:tag name="KSO_WM_DIAGRAM_VIRTUALLY_FRAME" val="{&quot;height&quot;:368.95,&quot;left&quot;:0,&quot;top&quot;:118.8,&quot;width&quot;:960}"/>
</p:tagLst>
</file>

<file path=ppt/tags/tag50.xml><?xml version="1.0" encoding="utf-8"?>
<p:tagLst xmlns:p="http://schemas.openxmlformats.org/presentationml/2006/main">
  <p:tag name="KSO_WM_DIAGRAM_VIRTUALLY_FRAME" val="{&quot;height&quot;:368.95,&quot;left&quot;:0,&quot;top&quot;:118.8,&quot;width&quot;:960}"/>
</p:tagLst>
</file>

<file path=ppt/tags/tag51.xml><?xml version="1.0" encoding="utf-8"?>
<p:tagLst xmlns:p="http://schemas.openxmlformats.org/presentationml/2006/main">
  <p:tag name="KSO_WM_DIAGRAM_VIRTUALLY_FRAME" val="{&quot;height&quot;:368.95,&quot;left&quot;:0,&quot;top&quot;:118.8,&quot;width&quot;:960}"/>
</p:tagLst>
</file>

<file path=ppt/tags/tag52.xml><?xml version="1.0" encoding="utf-8"?>
<p:tagLst xmlns:p="http://schemas.openxmlformats.org/presentationml/2006/main">
  <p:tag name="KSO_WM_DIAGRAM_VIRTUALLY_FRAME" val="{&quot;height&quot;:368.95,&quot;left&quot;:0,&quot;top&quot;:118.8,&quot;width&quot;:960}"/>
</p:tagLst>
</file>

<file path=ppt/tags/tag53.xml><?xml version="1.0" encoding="utf-8"?>
<p:tagLst xmlns:p="http://schemas.openxmlformats.org/presentationml/2006/main">
  <p:tag name="KSO_WM_DIAGRAM_VIRTUALLY_FRAME" val="{&quot;height&quot;:368.95,&quot;left&quot;:0,&quot;top&quot;:118.8,&quot;width&quot;:960}"/>
</p:tagLst>
</file>

<file path=ppt/tags/tag54.xml><?xml version="1.0" encoding="utf-8"?>
<p:tagLst xmlns:p="http://schemas.openxmlformats.org/presentationml/2006/main">
  <p:tag name="KSO_WM_DIAGRAM_VIRTUALLY_FRAME" val="{&quot;height&quot;:368.95,&quot;left&quot;:0,&quot;top&quot;:118.8,&quot;width&quot;:960}"/>
</p:tagLst>
</file>

<file path=ppt/tags/tag55.xml><?xml version="1.0" encoding="utf-8"?>
<p:tagLst xmlns:p="http://schemas.openxmlformats.org/presentationml/2006/main">
  <p:tag name="KSO_WM_DIAGRAM_VIRTUALLY_FRAME" val="{&quot;height&quot;:368.95,&quot;left&quot;:0,&quot;top&quot;:118.8,&quot;width&quot;:960}"/>
</p:tagLst>
</file>

<file path=ppt/tags/tag56.xml><?xml version="1.0" encoding="utf-8"?>
<p:tagLst xmlns:p="http://schemas.openxmlformats.org/presentationml/2006/main">
  <p:tag name="KSO_WM_DIAGRAM_VIRTUALLY_FRAME" val="{&quot;height&quot;:368.95,&quot;left&quot;:0,&quot;top&quot;:118.8,&quot;width&quot;:960}"/>
</p:tagLst>
</file>

<file path=ppt/tags/tag57.xml><?xml version="1.0" encoding="utf-8"?>
<p:tagLst xmlns:p="http://schemas.openxmlformats.org/presentationml/2006/main">
  <p:tag name="KSO_WM_DIAGRAM_VIRTUALLY_FRAME" val="{&quot;height&quot;:368.95,&quot;left&quot;:0,&quot;top&quot;:118.8,&quot;width&quot;:960}"/>
</p:tagLst>
</file>

<file path=ppt/tags/tag58.xml><?xml version="1.0" encoding="utf-8"?>
<p:tagLst xmlns:p="http://schemas.openxmlformats.org/presentationml/2006/main">
  <p:tag name="KSO_WM_DIAGRAM_VIRTUALLY_FRAME" val="{&quot;height&quot;:368.95,&quot;left&quot;:0,&quot;top&quot;:118.8,&quot;width&quot;:960}"/>
</p:tagLst>
</file>

<file path=ppt/tags/tag59.xml><?xml version="1.0" encoding="utf-8"?>
<p:tagLst xmlns:p="http://schemas.openxmlformats.org/presentationml/2006/main">
  <p:tag name="KSO_WM_DIAGRAM_VIRTUALLY_FRAME" val="{&quot;height&quot;:368.95,&quot;left&quot;:0,&quot;top&quot;:118.8,&quot;width&quot;:960}"/>
</p:tagLst>
</file>

<file path=ppt/tags/tag60.xml><?xml version="1.0" encoding="utf-8"?>
<p:tagLst xmlns:p="http://schemas.openxmlformats.org/presentationml/2006/main">
  <p:tag name="KSO_WM_DIAGRAM_VIRTUALLY_FRAME" val="{&quot;height&quot;:368.95,&quot;left&quot;:0,&quot;top&quot;:118.8,&quot;width&quot;:960}"/>
</p:tagLst>
</file>

<file path=ppt/tags/tag61.xml><?xml version="1.0" encoding="utf-8"?>
<p:tagLst xmlns:p="http://schemas.openxmlformats.org/presentationml/2006/main">
  <p:tag name="KSO_WM_DIAGRAM_VIRTUALLY_FRAME" val="{&quot;height&quot;:368.95,&quot;left&quot;:0,&quot;top&quot;:118.8,&quot;width&quot;:960}"/>
</p:tagLst>
</file>

<file path=ppt/tags/tag62.xml><?xml version="1.0" encoding="utf-8"?>
<p:tagLst xmlns:p="http://schemas.openxmlformats.org/presentationml/2006/main">
  <p:tag name="KSO_WM_DIAGRAM_VIRTUALLY_FRAME" val="{&quot;height&quot;:368.95,&quot;left&quot;:0,&quot;top&quot;:118.8,&quot;width&quot;:960}"/>
</p:tagLst>
</file>

<file path=ppt/tags/tag63.xml><?xml version="1.0" encoding="utf-8"?>
<p:tagLst xmlns:p="http://schemas.openxmlformats.org/presentationml/2006/main">
  <p:tag name="KSO_WM_DIAGRAM_VIRTUALLY_FRAME" val="{&quot;height&quot;:368.95,&quot;left&quot;:0,&quot;top&quot;:118.8,&quot;width&quot;:960}"/>
</p:tagLst>
</file>

<file path=ppt/tags/tag64.xml><?xml version="1.0" encoding="utf-8"?>
<p:tagLst xmlns:p="http://schemas.openxmlformats.org/presentationml/2006/main">
  <p:tag name="KSO_WM_DIAGRAM_VIRTUALLY_FRAME" val="{&quot;height&quot;:368.95,&quot;left&quot;:0,&quot;top&quot;:118.8,&quot;width&quot;:960}"/>
</p:tagLst>
</file>

<file path=ppt/tags/tag65.xml><?xml version="1.0" encoding="utf-8"?>
<p:tagLst xmlns:p="http://schemas.openxmlformats.org/presentationml/2006/main">
  <p:tag name="KSO_WM_DIAGRAM_VIRTUALLY_FRAME" val="{&quot;height&quot;:368.95,&quot;left&quot;:0,&quot;top&quot;:118.8,&quot;width&quot;:960}"/>
</p:tagLst>
</file>

<file path=ppt/tags/tag66.xml><?xml version="1.0" encoding="utf-8"?>
<p:tagLst xmlns:p="http://schemas.openxmlformats.org/presentationml/2006/main">
  <p:tag name="KSO_WM_DIAGRAM_VIRTUALLY_FRAME" val="{&quot;height&quot;:368.95,&quot;left&quot;:0,&quot;top&quot;:118.8,&quot;width&quot;:960}"/>
</p:tagLst>
</file>

<file path=ppt/tags/tag67.xml><?xml version="1.0" encoding="utf-8"?>
<p:tagLst xmlns:p="http://schemas.openxmlformats.org/presentationml/2006/main">
  <p:tag name="KSO_WM_DIAGRAM_VIRTUALLY_FRAME" val="{&quot;height&quot;:368.95,&quot;left&quot;:0,&quot;top&quot;:118.8,&quot;width&quot;:960}"/>
</p:tagLst>
</file>

<file path=ppt/tags/tag68.xml><?xml version="1.0" encoding="utf-8"?>
<p:tagLst xmlns:p="http://schemas.openxmlformats.org/presentationml/2006/main">
  <p:tag name="KSO_WM_DIAGRAM_VIRTUALLY_FRAME" val="{&quot;height&quot;:368.95,&quot;left&quot;:0,&quot;top&quot;:118.8,&quot;width&quot;:960}"/>
</p:tagLst>
</file>

<file path=ppt/tags/tag69.xml><?xml version="1.0" encoding="utf-8"?>
<p:tagLst xmlns:p="http://schemas.openxmlformats.org/presentationml/2006/main">
  <p:tag name="KSO_WM_DIAGRAM_VIRTUALLY_FRAME" val="{&quot;height&quot;:368.95,&quot;left&quot;:0,&quot;top&quot;:118.8,&quot;width&quot;:960}"/>
</p:tagLst>
</file>

<file path=ppt/tags/tag70.xml><?xml version="1.0" encoding="utf-8"?>
<p:tagLst xmlns:p="http://schemas.openxmlformats.org/presentationml/2006/main">
  <p:tag name="KSO_WM_DIAGRAM_VIRTUALLY_FRAME" val="{&quot;height&quot;:368.95,&quot;left&quot;:0,&quot;top&quot;:118.8,&quot;width&quot;:960}"/>
</p:tagLst>
</file>

<file path=ppt/tags/tag71.xml><?xml version="1.0" encoding="utf-8"?>
<p:tagLst xmlns:p="http://schemas.openxmlformats.org/presentationml/2006/main">
  <p:tag name="KSO_WM_DIAGRAM_VIRTUALLY_FRAME" val="{&quot;height&quot;:368.95,&quot;left&quot;:0,&quot;top&quot;:118.8,&quot;width&quot;:960}"/>
</p:tagLst>
</file>

<file path=ppt/tags/tag72.xml><?xml version="1.0" encoding="utf-8"?>
<p:tagLst xmlns:p="http://schemas.openxmlformats.org/presentationml/2006/main">
  <p:tag name="KSO_WM_DIAGRAM_VIRTUALLY_FRAME" val="{&quot;height&quot;:368.95,&quot;left&quot;:0,&quot;top&quot;:118.8,&quot;width&quot;:960}"/>
</p:tagLst>
</file>

<file path=ppt/tags/tag73.xml><?xml version="1.0" encoding="utf-8"?>
<p:tagLst xmlns:p="http://schemas.openxmlformats.org/presentationml/2006/main">
  <p:tag name="KSO_WM_DIAGRAM_VIRTUALLY_FRAME" val="{&quot;height&quot;:368.95,&quot;left&quot;:0,&quot;top&quot;:118.8,&quot;width&quot;:960}"/>
</p:tagLst>
</file>

<file path=ppt/tags/tag74.xml><?xml version="1.0" encoding="utf-8"?>
<p:tagLst xmlns:p="http://schemas.openxmlformats.org/presentationml/2006/main">
  <p:tag name="KSO_WM_DIAGRAM_VIRTUALLY_FRAME" val="{&quot;height&quot;:368.95,&quot;left&quot;:0,&quot;top&quot;:118.8,&quot;width&quot;:960}"/>
</p:tagLst>
</file>

<file path=ppt/tags/tag75.xml><?xml version="1.0" encoding="utf-8"?>
<p:tagLst xmlns:p="http://schemas.openxmlformats.org/presentationml/2006/main">
  <p:tag name="KSO_WM_DIAGRAM_VIRTUALLY_FRAME" val="{&quot;height&quot;:368.95,&quot;left&quot;:0,&quot;top&quot;:118.8,&quot;width&quot;:960}"/>
</p:tagLst>
</file>

<file path=ppt/tags/tag76.xml><?xml version="1.0" encoding="utf-8"?>
<p:tagLst xmlns:p="http://schemas.openxmlformats.org/presentationml/2006/main">
  <p:tag name="KSO_WM_DIAGRAM_VIRTUALLY_FRAME" val="{&quot;height&quot;:368.95,&quot;left&quot;:0,&quot;top&quot;:118.8,&quot;width&quot;:960}"/>
</p:tagLst>
</file>

<file path=ppt/tags/tag77.xml><?xml version="1.0" encoding="utf-8"?>
<p:tagLst xmlns:p="http://schemas.openxmlformats.org/presentationml/2006/main">
  <p:tag name="KSO_WM_DIAGRAM_VIRTUALLY_FRAME" val="{&quot;height&quot;:368.95,&quot;left&quot;:0,&quot;top&quot;:118.8,&quot;width&quot;:960}"/>
</p:tagLst>
</file>

<file path=ppt/tags/tag78.xml><?xml version="1.0" encoding="utf-8"?>
<p:tagLst xmlns:p="http://schemas.openxmlformats.org/presentationml/2006/main">
  <p:tag name="KSO_WM_DIAGRAM_VIRTUALLY_FRAME" val="{&quot;height&quot;:368.95,&quot;left&quot;:0,&quot;top&quot;:118.8,&quot;width&quot;:960}"/>
</p:tagLst>
</file>

<file path=ppt/tags/tag79.xml><?xml version="1.0" encoding="utf-8"?>
<p:tagLst xmlns:p="http://schemas.openxmlformats.org/presentationml/2006/main">
  <p:tag name="KSO_WM_DIAGRAM_VIRTUALLY_FRAME" val="{&quot;height&quot;:368.95,&quot;left&quot;:0,&quot;top&quot;:118.8,&quot;width&quot;:960}"/>
</p:tagLst>
</file>

<file path=ppt/tags/tag80.xml><?xml version="1.0" encoding="utf-8"?>
<p:tagLst xmlns:p="http://schemas.openxmlformats.org/presentationml/2006/main">
  <p:tag name="KSO_WM_DIAGRAM_VIRTUALLY_FRAME" val="{&quot;height&quot;:368.95,&quot;left&quot;:0,&quot;top&quot;:118.8,&quot;width&quot;:960}"/>
</p:tagLst>
</file>

<file path=ppt/tags/tag81.xml><?xml version="1.0" encoding="utf-8"?>
<p:tagLst xmlns:p="http://schemas.openxmlformats.org/presentationml/2006/main">
  <p:tag name="KSO_WM_DIAGRAM_VIRTUALLY_FRAME" val="{&quot;height&quot;:368.95,&quot;left&quot;:0,&quot;top&quot;:118.8,&quot;width&quot;:960}"/>
</p:tagLst>
</file>

<file path=ppt/tags/tag82.xml><?xml version="1.0" encoding="utf-8"?>
<p:tagLst xmlns:p="http://schemas.openxmlformats.org/presentationml/2006/main">
  <p:tag name="KSO_WM_DIAGRAM_VIRTUALLY_FRAME" val="{&quot;height&quot;:368.95,&quot;left&quot;:0,&quot;top&quot;:118.8,&quot;width&quot;:960}"/>
</p:tagLst>
</file>

<file path=ppt/tags/tag83.xml><?xml version="1.0" encoding="utf-8"?>
<p:tagLst xmlns:p="http://schemas.openxmlformats.org/presentationml/2006/main">
  <p:tag name="KSO_WM_DIAGRAM_VIRTUALLY_FRAME" val="{&quot;height&quot;:368.95,&quot;left&quot;:0,&quot;top&quot;:118.8,&quot;width&quot;:960}"/>
</p:tagLst>
</file>

<file path=ppt/tags/tag84.xml><?xml version="1.0" encoding="utf-8"?>
<p:tagLst xmlns:p="http://schemas.openxmlformats.org/presentationml/2006/main">
  <p:tag name="KSO_WM_DIAGRAM_VIRTUALLY_FRAME" val="{&quot;height&quot;:368.95,&quot;left&quot;:0,&quot;top&quot;:118.8,&quot;width&quot;:960}"/>
</p:tagLst>
</file>

<file path=ppt/tags/tag85.xml><?xml version="1.0" encoding="utf-8"?>
<p:tagLst xmlns:p="http://schemas.openxmlformats.org/presentationml/2006/main">
  <p:tag name="KSO_WM_DIAGRAM_VIRTUALLY_FRAME" val="{&quot;height&quot;:368.95,&quot;left&quot;:0,&quot;top&quot;:118.8,&quot;width&quot;:960}"/>
</p:tagLst>
</file>

<file path=ppt/tags/tag86.xml><?xml version="1.0" encoding="utf-8"?>
<p:tagLst xmlns:p="http://schemas.openxmlformats.org/presentationml/2006/main">
  <p:tag name="KSO_WM_DIAGRAM_VIRTUALLY_FRAME" val="{&quot;height&quot;:368.95,&quot;left&quot;:0,&quot;top&quot;:118.8,&quot;width&quot;:960}"/>
</p:tagLst>
</file>

<file path=ppt/tags/tag87.xml><?xml version="1.0" encoding="utf-8"?>
<p:tagLst xmlns:p="http://schemas.openxmlformats.org/presentationml/2006/main">
  <p:tag name="KSO_WM_DIAGRAM_VIRTUALLY_FRAME" val="{&quot;height&quot;:368.95,&quot;left&quot;:0,&quot;top&quot;:118.8,&quot;width&quot;:960}"/>
</p:tagLst>
</file>

<file path=ppt/tags/tag88.xml><?xml version="1.0" encoding="utf-8"?>
<p:tagLst xmlns:p="http://schemas.openxmlformats.org/presentationml/2006/main">
  <p:tag name="KSO_WM_DIAGRAM_VIRTUALLY_FRAME" val="{&quot;height&quot;:368.95,&quot;left&quot;:0,&quot;top&quot;:118.8,&quot;width&quot;:960}"/>
</p:tagLst>
</file>

<file path=ppt/tags/tag89.xml><?xml version="1.0" encoding="utf-8"?>
<p:tagLst xmlns:p="http://schemas.openxmlformats.org/presentationml/2006/main">
  <p:tag name="KSO_WM_DIAGRAM_VIRTUALLY_FRAME" val="{&quot;height&quot;:368.95,&quot;left&quot;:0,&quot;top&quot;:118.8,&quot;width&quot;:960}"/>
</p:tagLst>
</file>

<file path=ppt/tags/tag90.xml><?xml version="1.0" encoding="utf-8"?>
<p:tagLst xmlns:p="http://schemas.openxmlformats.org/presentationml/2006/main">
  <p:tag name="KSO_WM_DIAGRAM_VIRTUALLY_FRAME" val="{&quot;height&quot;:368.95,&quot;left&quot;:0,&quot;top&quot;:118.8,&quot;width&quot;:960}"/>
</p:tagLst>
</file>

<file path=ppt/tags/tag91.xml><?xml version="1.0" encoding="utf-8"?>
<p:tagLst xmlns:p="http://schemas.openxmlformats.org/presentationml/2006/main">
  <p:tag name="KSO_WM_DIAGRAM_VIRTUALLY_FRAME" val="{&quot;height&quot;:368.95,&quot;left&quot;:0,&quot;top&quot;:118.8,&quot;width&quot;:960}"/>
</p:tagLst>
</file>

<file path=ppt/tags/tag92.xml><?xml version="1.0" encoding="utf-8"?>
<p:tagLst xmlns:p="http://schemas.openxmlformats.org/presentationml/2006/main">
  <p:tag name="KSO_WM_DIAGRAM_VIRTUALLY_FRAME" val="{&quot;height&quot;:368.95,&quot;left&quot;:0,&quot;top&quot;:118.8,&quot;width&quot;:960}"/>
</p:tagLst>
</file>

<file path=ppt/tags/tag93.xml><?xml version="1.0" encoding="utf-8"?>
<p:tagLst xmlns:p="http://schemas.openxmlformats.org/presentationml/2006/main">
  <p:tag name="KSO_WM_DIAGRAM_VIRTUALLY_FRAME" val="{&quot;height&quot;:368.95,&quot;left&quot;:0,&quot;top&quot;:118.8,&quot;width&quot;:960}"/>
</p:tagLst>
</file>

<file path=ppt/tags/tag94.xml><?xml version="1.0" encoding="utf-8"?>
<p:tagLst xmlns:p="http://schemas.openxmlformats.org/presentationml/2006/main">
  <p:tag name="KSO_WM_DIAGRAM_VIRTUALLY_FRAME" val="{&quot;height&quot;:368.95,&quot;left&quot;:0,&quot;top&quot;:118.8,&quot;width&quot;:960}"/>
</p:tagLst>
</file>

<file path=ppt/tags/tag95.xml><?xml version="1.0" encoding="utf-8"?>
<p:tagLst xmlns:p="http://schemas.openxmlformats.org/presentationml/2006/main">
  <p:tag name="KSO_WM_DIAGRAM_VIRTUALLY_FRAME" val="{&quot;height&quot;:368.95,&quot;left&quot;:0,&quot;top&quot;:118.8,&quot;width&quot;:960}"/>
</p:tagLst>
</file>

<file path=ppt/tags/tag96.xml><?xml version="1.0" encoding="utf-8"?>
<p:tagLst xmlns:p="http://schemas.openxmlformats.org/presentationml/2006/main">
  <p:tag name="KSO_WM_DIAGRAM_VIRTUALLY_FRAME" val="{&quot;height&quot;:368.95,&quot;left&quot;:0,&quot;top&quot;:118.8,&quot;width&quot;:960}"/>
</p:tagLst>
</file>

<file path=ppt/tags/tag97.xml><?xml version="1.0" encoding="utf-8"?>
<p:tagLst xmlns:p="http://schemas.openxmlformats.org/presentationml/2006/main">
  <p:tag name="KSO_WM_DIAGRAM_VIRTUALLY_FRAME" val="{&quot;height&quot;:368.95,&quot;left&quot;:0,&quot;top&quot;:118.8,&quot;width&quot;:960}"/>
</p:tagLst>
</file>

<file path=ppt/tags/tag98.xml><?xml version="1.0" encoding="utf-8"?>
<p:tagLst xmlns:p="http://schemas.openxmlformats.org/presentationml/2006/main">
  <p:tag name="KSO_WM_DIAGRAM_VIRTUALLY_FRAME" val="{&quot;height&quot;:368.95,&quot;left&quot;:0,&quot;top&quot;:118.8,&quot;width&quot;:960}"/>
</p:tagLst>
</file>

<file path=ppt/tags/tag99.xml><?xml version="1.0" encoding="utf-8"?>
<p:tagLst xmlns:p="http://schemas.openxmlformats.org/presentationml/2006/main">
  <p:tag name="KSO_WM_DIAGRAM_VIRTUALLY_FRAME" val="{&quot;height&quot;:368.95,&quot;left&quot;:0,&quot;top&quot;:118.8,&quot;width&quot;:960}"/>
</p:tagLst>
</file>

<file path=ppt/tags/tag100.xml><?xml version="1.0" encoding="utf-8"?>
<p:tagLst xmlns:p="http://schemas.openxmlformats.org/presentationml/2006/main">
  <p:tag name="KSO_WM_DIAGRAM_VIRTUALLY_FRAME" val="{&quot;height&quot;:368.95,&quot;left&quot;:0,&quot;top&quot;:118.8,&quot;width&quot;:960}"/>
</p:tagLst>
</file>

<file path=ppt/tags/tag101.xml><?xml version="1.0" encoding="utf-8"?>
<p:tagLst xmlns:p="http://schemas.openxmlformats.org/presentationml/2006/main">
  <p:tag name="KSO_WM_DIAGRAM_VIRTUALLY_FRAME" val="{&quot;height&quot;:368.95,&quot;left&quot;:0,&quot;top&quot;:118.8,&quot;width&quot;:960}"/>
</p:tagLst>
</file>

<file path=ppt/tags/tag102.xml><?xml version="1.0" encoding="utf-8"?>
<p:tagLst xmlns:p="http://schemas.openxmlformats.org/presentationml/2006/main">
  <p:tag name="KSO_WM_DIAGRAM_VIRTUALLY_FRAME" val="{&quot;height&quot;:368.95,&quot;left&quot;:0,&quot;top&quot;:118.8,&quot;width&quot;:960}"/>
</p:tagLst>
</file>

<file path=ppt/tags/tag103.xml><?xml version="1.0" encoding="utf-8"?>
<p:tagLst xmlns:p="http://schemas.openxmlformats.org/presentationml/2006/main">
  <p:tag name="KSO_WM_DIAGRAM_VIRTUALLY_FRAME" val="{&quot;height&quot;:368.95,&quot;left&quot;:0,&quot;top&quot;:118.8,&quot;width&quot;:960}"/>
</p:tagLst>
</file>

<file path=ppt/tags/tag104.xml><?xml version="1.0" encoding="utf-8"?>
<p:tagLst xmlns:p="http://schemas.openxmlformats.org/presentationml/2006/main">
  <p:tag name="KSO_WM_DIAGRAM_VIRTUALLY_FRAME" val="{&quot;height&quot;:368.95,&quot;left&quot;:0,&quot;top&quot;:118.8,&quot;width&quot;:960}"/>
</p:tagLst>
</file>

<file path=ppt/tags/tag105.xml><?xml version="1.0" encoding="utf-8"?>
<p:tagLst xmlns:p="http://schemas.openxmlformats.org/presentationml/2006/main">
  <p:tag name="KSO_WM_DIAGRAM_VIRTUALLY_FRAME" val="{&quot;height&quot;:368.95,&quot;left&quot;:0,&quot;top&quot;:118.8,&quot;width&quot;:960}"/>
</p:tagLst>
</file>

<file path=ppt/tags/tag106.xml><?xml version="1.0" encoding="utf-8"?>
<p:tagLst xmlns:p="http://schemas.openxmlformats.org/presentationml/2006/main">
  <p:tag name="TABLE_ENDDRAG_ORIGIN_RECT" val="777*169"/>
  <p:tag name="TABLE_ENDDRAG_RECT" val="83*224*777*169"/>
</p:tagLst>
</file>

<file path=ppt/tags/tag107.xml><?xml version="1.0" encoding="utf-8"?>
<p:tagLst xmlns:p="http://schemas.openxmlformats.org/presentationml/2006/main">
  <p:tag name="TABLE_ENDDRAG_ORIGIN_RECT" val="762*222"/>
  <p:tag name="TABLE_ENDDRAG_RECT" val="82*238*762*222"/>
</p:tagLst>
</file>

<file path=ppt/tags/tag108.xml><?xml version="1.0" encoding="utf-8"?>
<p:tagLst xmlns:p="http://schemas.openxmlformats.org/presentationml/2006/main">
  <p:tag name="TABLE_ENDDRAG_ORIGIN_RECT" val="792*263"/>
  <p:tag name="TABLE_ENDDRAG_RECT" val="71*198*792*263"/>
</p:tagLst>
</file>

<file path=ppt/tags/tag109.xml><?xml version="1.0" encoding="utf-8"?>
<p:tagLst xmlns:p="http://schemas.openxmlformats.org/presentationml/2006/main">
  <p:tag name="ISPRING_PRESENTATION_TITLE" val="新"/>
  <p:tag name="COMMONDATA" val="eyJoZGlkIjoiMDI1ZDI1ZGMwNzJkNGI1YjE2NjU5MDRjMGNhZDRkOGUifQ=="/>
  <p:tag name="KSO_WPP_MARK_KEY" val="b8cd867f-9987-4263-b5db-34894defaebd"/>
  <p:tag name="commondata" val="eyJoZGlkIjoiZGZkODU3OWI3NTFlNDE2M2MzNzg0MmFiNWM1ZmNjMD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indent="0" algn="l">
          <a:buFont typeface="Wingdings" panose="05000000000000000000" pitchFamily="2" charset="2"/>
          <a:buNone/>
          <a:defRPr sz="1400" dirty="0">
            <a:solidFill>
              <a:srgbClr val="EEECE1">
                <a:lumMod val="25000"/>
              </a:srgbClr>
            </a:solidFill>
            <a:latin typeface="微软雅黑" panose="020B0503020204020204" pitchFamily="34" charset="-122"/>
            <a:ea typeface="微软雅黑" panose="020B0503020204020204" pitchFamily="34" charset="-122"/>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4522</Words>
  <Application>WPS 演示</Application>
  <PresentationFormat>自定义</PresentationFormat>
  <Paragraphs>369</Paragraphs>
  <Slides>19</Slides>
  <Notes>10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19</vt:i4>
      </vt:variant>
    </vt:vector>
  </HeadingPairs>
  <TitlesOfParts>
    <vt:vector size="33" baseType="lpstr">
      <vt:lpstr>Arial</vt:lpstr>
      <vt:lpstr>宋体</vt:lpstr>
      <vt:lpstr>Wingdings</vt:lpstr>
      <vt:lpstr>微软雅黑</vt:lpstr>
      <vt:lpstr>Times New Roman</vt:lpstr>
      <vt:lpstr>黑体</vt:lpstr>
      <vt:lpstr>微软雅黑 Light</vt:lpstr>
      <vt:lpstr>Arial</vt:lpstr>
      <vt:lpstr>优设标题黑</vt:lpstr>
      <vt:lpstr>Wingdings</vt:lpstr>
      <vt:lpstr>Arial Unicode MS</vt:lpstr>
      <vt:lpstr>Calibri</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刘佳怡</cp:lastModifiedBy>
  <cp:revision>303</cp:revision>
  <dcterms:created xsi:type="dcterms:W3CDTF">2020-08-04T08:33:00Z</dcterms:created>
  <dcterms:modified xsi:type="dcterms:W3CDTF">2024-09-24T04:02:02Z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7B648459FC044975BB16753968DB9EDC_13</vt:lpwstr>
  </property>
</Properties>
</file>