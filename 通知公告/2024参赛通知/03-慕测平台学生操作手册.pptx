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85" r:id="rId4"/>
    <p:sldId id="257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77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065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慕测平台学生操作手册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96160" y="4033520"/>
            <a:ext cx="81184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全国大学生软件测试大赛组委会</a:t>
            </a:r>
            <a:r>
              <a:rPr lang="en-US" altLang="zh-CN">
                <a:sym typeface="+mn-ea"/>
              </a:rPr>
              <a:t>                                                         </a:t>
            </a:r>
            <a:r>
              <a:rPr lang="zh-CN" altLang="en-US">
                <a:sym typeface="+mn-ea"/>
              </a:rPr>
              <a:t>刘佳怡</a:t>
            </a:r>
            <a:endParaRPr lang="zh-CN" altLang="en-US"/>
          </a:p>
          <a:p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169400" y="5688330"/>
            <a:ext cx="5142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平台联系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9169400" y="6050915"/>
            <a:ext cx="2464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微信</a:t>
            </a:r>
            <a:r>
              <a:rPr lang="en-US" altLang="zh-CN"/>
              <a:t>:13346651884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9169400" y="6413500"/>
            <a:ext cx="3207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邮箱</a:t>
            </a:r>
            <a:r>
              <a:rPr lang="en-US" altLang="zh-CN"/>
              <a:t>:liujiayi@mooctest.com</a:t>
            </a:r>
            <a:endParaRPr lang="zh-CN" altLang="en-US"/>
          </a:p>
        </p:txBody>
      </p:sp>
      <p:pic>
        <p:nvPicPr>
          <p:cNvPr id="6" name="图片 5" descr="cst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1620" y="116205"/>
            <a:ext cx="1698625" cy="1290320"/>
          </a:xfrm>
          <a:prstGeom prst="rect">
            <a:avLst/>
          </a:prstGeom>
        </p:spPr>
      </p:pic>
      <p:pic>
        <p:nvPicPr>
          <p:cNvPr id="10" name="图片 9" descr="慕测科技_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490" y="288290"/>
            <a:ext cx="5096510" cy="946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50545" y="424180"/>
            <a:ext cx="2717800" cy="1141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4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椭圆 1"/>
          <p:cNvSpPr/>
          <p:nvPr/>
        </p:nvSpPr>
        <p:spPr>
          <a:xfrm>
            <a:off x="-165100" y="401955"/>
            <a:ext cx="6165850" cy="61658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-361950" y="374015"/>
            <a:ext cx="6165850" cy="616585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>
            <p:custDataLst>
              <p:tags r:id="rId1"/>
            </p:custDataLst>
          </p:nvPr>
        </p:nvSpPr>
        <p:spPr>
          <a:xfrm>
            <a:off x="7625080" y="987425"/>
            <a:ext cx="3008630" cy="5778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登录、注册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椭圆 6"/>
          <p:cNvSpPr/>
          <p:nvPr>
            <p:custDataLst>
              <p:tags r:id="rId2"/>
            </p:custDataLst>
          </p:nvPr>
        </p:nvSpPr>
        <p:spPr>
          <a:xfrm>
            <a:off x="7625080" y="959485"/>
            <a:ext cx="577850" cy="5778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一</a:t>
            </a:r>
            <a:endParaRPr lang="zh-CN" altLang="en-US"/>
          </a:p>
        </p:txBody>
      </p:sp>
      <p:sp>
        <p:nvSpPr>
          <p:cNvPr id="9" name="圆角矩形 8"/>
          <p:cNvSpPr/>
          <p:nvPr>
            <p:custDataLst>
              <p:tags r:id="rId3"/>
            </p:custDataLst>
          </p:nvPr>
        </p:nvSpPr>
        <p:spPr>
          <a:xfrm>
            <a:off x="7625080" y="1997710"/>
            <a:ext cx="3008630" cy="5778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修改个人信息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7625080" y="1969770"/>
            <a:ext cx="577850" cy="5778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二</a:t>
            </a:r>
            <a:endParaRPr lang="zh-CN" altLang="en-US"/>
          </a:p>
        </p:txBody>
      </p:sp>
      <p:sp>
        <p:nvSpPr>
          <p:cNvPr id="11" name="圆角矩形 10"/>
          <p:cNvSpPr/>
          <p:nvPr>
            <p:custDataLst>
              <p:tags r:id="rId5"/>
            </p:custDataLst>
          </p:nvPr>
        </p:nvSpPr>
        <p:spPr>
          <a:xfrm>
            <a:off x="7625080" y="3071495"/>
            <a:ext cx="3008630" cy="5778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班级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7625080" y="3043555"/>
            <a:ext cx="577850" cy="5778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三</a:t>
            </a:r>
            <a:endParaRPr lang="zh-CN" altLang="en-US"/>
          </a:p>
        </p:txBody>
      </p:sp>
      <p:sp>
        <p:nvSpPr>
          <p:cNvPr id="13" name="圆角矩形 12"/>
          <p:cNvSpPr/>
          <p:nvPr>
            <p:custDataLst>
              <p:tags r:id="rId7"/>
            </p:custDataLst>
          </p:nvPr>
        </p:nvSpPr>
        <p:spPr>
          <a:xfrm>
            <a:off x="7625080" y="4089400"/>
            <a:ext cx="3008630" cy="5778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任务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椭圆 13"/>
          <p:cNvSpPr/>
          <p:nvPr>
            <p:custDataLst>
              <p:tags r:id="rId8"/>
            </p:custDataLst>
          </p:nvPr>
        </p:nvSpPr>
        <p:spPr>
          <a:xfrm>
            <a:off x="7625080" y="4055110"/>
            <a:ext cx="577850" cy="5778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四</a:t>
            </a:r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9"/>
            </p:custDataLst>
          </p:nvPr>
        </p:nvSpPr>
        <p:spPr>
          <a:xfrm>
            <a:off x="7625080" y="5099685"/>
            <a:ext cx="3008630" cy="5778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报名参加比赛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椭圆 15"/>
          <p:cNvSpPr/>
          <p:nvPr>
            <p:custDataLst>
              <p:tags r:id="rId10"/>
            </p:custDataLst>
          </p:nvPr>
        </p:nvSpPr>
        <p:spPr>
          <a:xfrm>
            <a:off x="7625080" y="5099685"/>
            <a:ext cx="577850" cy="5778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五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346200" y="2573020"/>
            <a:ext cx="31432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0">
                <a:solidFill>
                  <a:schemeClr val="bg1"/>
                </a:solidFill>
              </a:rPr>
              <a:t>目录</a:t>
            </a:r>
            <a:endParaRPr lang="zh-CN" altLang="en-US" sz="8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70075"/>
            <a:ext cx="7172325" cy="49879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1295" y="959485"/>
            <a:ext cx="11424285" cy="81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在搜索引擎中，搜索慕测平台进入，跳转到登录页。没有注册的用户点击注册按钮进行注册。其中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用户名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真实姓名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)</a:t>
            </a:r>
            <a:r>
              <a:rPr lang="zh-CN" altLang="en-US">
                <a:sym typeface="+mn-ea"/>
              </a:rPr>
              <a:t>、邮箱、密码、确认密码都是必填项。注册完成后选择学生端入口登录即可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0" y="2467610"/>
            <a:ext cx="4518660" cy="418909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213995" y="213995"/>
            <a:ext cx="11412855" cy="647700"/>
            <a:chOff x="357" y="168"/>
            <a:chExt cx="17973" cy="1020"/>
          </a:xfrm>
        </p:grpSpPr>
        <p:sp>
          <p:nvSpPr>
            <p:cNvPr id="4" name="矩形 3"/>
            <p:cNvSpPr/>
            <p:nvPr/>
          </p:nvSpPr>
          <p:spPr>
            <a:xfrm>
              <a:off x="357" y="168"/>
              <a:ext cx="340" cy="340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27" y="394"/>
              <a:ext cx="680" cy="68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37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377" y="1018"/>
              <a:ext cx="1661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17990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26"/>
          <p:cNvSpPr txBox="1"/>
          <p:nvPr/>
        </p:nvSpPr>
        <p:spPr>
          <a:xfrm>
            <a:off x="970191" y="224453"/>
            <a:ext cx="2520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一、平台注册</a:t>
            </a:r>
            <a:endParaRPr lang="zh-CN" sz="2400" b="1" spc="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2455" y="1059815"/>
            <a:ext cx="8754110" cy="569849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13995" y="213995"/>
            <a:ext cx="11412855" cy="647700"/>
            <a:chOff x="357" y="168"/>
            <a:chExt cx="17973" cy="1020"/>
          </a:xfrm>
        </p:grpSpPr>
        <p:sp>
          <p:nvSpPr>
            <p:cNvPr id="6" name="矩形 5"/>
            <p:cNvSpPr/>
            <p:nvPr/>
          </p:nvSpPr>
          <p:spPr>
            <a:xfrm>
              <a:off x="357" y="168"/>
              <a:ext cx="340" cy="340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27" y="394"/>
              <a:ext cx="680" cy="68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37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377" y="1018"/>
              <a:ext cx="1661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17990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26"/>
          <p:cNvSpPr txBox="1"/>
          <p:nvPr/>
        </p:nvSpPr>
        <p:spPr>
          <a:xfrm>
            <a:off x="970280" y="224155"/>
            <a:ext cx="3170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二、个人信息</a:t>
            </a:r>
            <a:endParaRPr lang="zh-CN" sz="2400" b="1" spc="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" y="907415"/>
            <a:ext cx="10385425" cy="593534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13995" y="213995"/>
            <a:ext cx="11412855" cy="647700"/>
            <a:chOff x="357" y="168"/>
            <a:chExt cx="17973" cy="1020"/>
          </a:xfrm>
        </p:grpSpPr>
        <p:sp>
          <p:nvSpPr>
            <p:cNvPr id="6" name="矩形 5"/>
            <p:cNvSpPr/>
            <p:nvPr/>
          </p:nvSpPr>
          <p:spPr>
            <a:xfrm>
              <a:off x="357" y="168"/>
              <a:ext cx="340" cy="340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27" y="394"/>
              <a:ext cx="680" cy="68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37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377" y="1018"/>
              <a:ext cx="1661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17990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26"/>
          <p:cNvSpPr txBox="1"/>
          <p:nvPr/>
        </p:nvSpPr>
        <p:spPr>
          <a:xfrm>
            <a:off x="970280" y="224155"/>
            <a:ext cx="47434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二、个人信息</a:t>
            </a:r>
            <a:r>
              <a:rPr lang="en-US" altLang="zh-CN" sz="2400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|</a:t>
            </a:r>
            <a:r>
              <a:rPr lang="zh-CN" altLang="en-US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修改个人信息</a:t>
            </a:r>
            <a:endParaRPr lang="zh-CN" altLang="en-US" b="1" spc="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7140" y="1086485"/>
            <a:ext cx="6494780" cy="577151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213995" y="213995"/>
            <a:ext cx="11412855" cy="647700"/>
            <a:chOff x="357" y="168"/>
            <a:chExt cx="17973" cy="1020"/>
          </a:xfrm>
        </p:grpSpPr>
        <p:sp>
          <p:nvSpPr>
            <p:cNvPr id="6" name="矩形 5"/>
            <p:cNvSpPr/>
            <p:nvPr/>
          </p:nvSpPr>
          <p:spPr>
            <a:xfrm>
              <a:off x="357" y="168"/>
              <a:ext cx="340" cy="340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27" y="394"/>
              <a:ext cx="680" cy="68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37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377" y="1018"/>
              <a:ext cx="1661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17990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26"/>
          <p:cNvSpPr txBox="1"/>
          <p:nvPr/>
        </p:nvSpPr>
        <p:spPr>
          <a:xfrm>
            <a:off x="970280" y="224155"/>
            <a:ext cx="3170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三、班级</a:t>
            </a:r>
            <a:endParaRPr lang="zh-CN" sz="2400" b="1" spc="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80" y="1819275"/>
            <a:ext cx="10601960" cy="44977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81430" y="1102360"/>
            <a:ext cx="796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输入教师用户名及班级</a:t>
            </a:r>
            <a:r>
              <a:rPr lang="en-US" altLang="zh-CN"/>
              <a:t>id</a:t>
            </a:r>
            <a:r>
              <a:rPr lang="zh-CN" altLang="en-US"/>
              <a:t>加入到班级</a:t>
            </a:r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13995" y="213995"/>
            <a:ext cx="11412855" cy="647700"/>
            <a:chOff x="357" y="168"/>
            <a:chExt cx="17973" cy="1020"/>
          </a:xfrm>
        </p:grpSpPr>
        <p:sp>
          <p:nvSpPr>
            <p:cNvPr id="6" name="矩形 5"/>
            <p:cNvSpPr/>
            <p:nvPr/>
          </p:nvSpPr>
          <p:spPr>
            <a:xfrm>
              <a:off x="357" y="168"/>
              <a:ext cx="340" cy="340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27" y="394"/>
              <a:ext cx="680" cy="68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37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377" y="1018"/>
              <a:ext cx="1661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17990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26"/>
          <p:cNvSpPr txBox="1"/>
          <p:nvPr/>
        </p:nvSpPr>
        <p:spPr>
          <a:xfrm>
            <a:off x="970280" y="224155"/>
            <a:ext cx="3170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三、班级</a:t>
            </a:r>
            <a:r>
              <a:rPr lang="en-US" altLang="zh-CN" sz="2400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|</a:t>
            </a:r>
            <a:r>
              <a:rPr lang="zh-CN" altLang="en-US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加入班级</a:t>
            </a:r>
            <a:endParaRPr lang="zh-CN" altLang="en-US" b="1" spc="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595" y="1311275"/>
            <a:ext cx="8110855" cy="558736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213995" y="213995"/>
            <a:ext cx="11412855" cy="647700"/>
            <a:chOff x="357" y="168"/>
            <a:chExt cx="17973" cy="1020"/>
          </a:xfrm>
        </p:grpSpPr>
        <p:sp>
          <p:nvSpPr>
            <p:cNvPr id="6" name="矩形 5"/>
            <p:cNvSpPr/>
            <p:nvPr/>
          </p:nvSpPr>
          <p:spPr>
            <a:xfrm>
              <a:off x="357" y="168"/>
              <a:ext cx="340" cy="340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27" y="394"/>
              <a:ext cx="680" cy="68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37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377" y="1018"/>
              <a:ext cx="1661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17990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26"/>
          <p:cNvSpPr txBox="1"/>
          <p:nvPr/>
        </p:nvSpPr>
        <p:spPr>
          <a:xfrm>
            <a:off x="970280" y="224155"/>
            <a:ext cx="3170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四、任务</a:t>
            </a:r>
            <a:endParaRPr lang="zh-CN" altLang="en-US" b="1" spc="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0" y="972820"/>
            <a:ext cx="6384925" cy="564070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213995" y="213995"/>
            <a:ext cx="11412855" cy="647700"/>
            <a:chOff x="357" y="168"/>
            <a:chExt cx="17973" cy="1020"/>
          </a:xfrm>
        </p:grpSpPr>
        <p:sp>
          <p:nvSpPr>
            <p:cNvPr id="2" name="矩形 1"/>
            <p:cNvSpPr/>
            <p:nvPr/>
          </p:nvSpPr>
          <p:spPr>
            <a:xfrm>
              <a:off x="357" y="168"/>
              <a:ext cx="340" cy="340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27" y="394"/>
              <a:ext cx="680" cy="68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37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377" y="1018"/>
              <a:ext cx="1661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17990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26"/>
          <p:cNvSpPr txBox="1"/>
          <p:nvPr/>
        </p:nvSpPr>
        <p:spPr>
          <a:xfrm>
            <a:off x="970280" y="224155"/>
            <a:ext cx="3170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四、任务</a:t>
            </a:r>
            <a:r>
              <a:rPr lang="en-US" altLang="zh-CN" sz="2400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|</a:t>
            </a:r>
            <a:r>
              <a:rPr lang="zh-CN" altLang="en-US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任务详情</a:t>
            </a:r>
            <a:endParaRPr lang="zh-CN" altLang="en-US" b="1" spc="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6655" y="932180"/>
            <a:ext cx="7320280" cy="563689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13995" y="213995"/>
            <a:ext cx="11412855" cy="647700"/>
            <a:chOff x="357" y="168"/>
            <a:chExt cx="17973" cy="1020"/>
          </a:xfrm>
        </p:grpSpPr>
        <p:sp>
          <p:nvSpPr>
            <p:cNvPr id="6" name="矩形 5"/>
            <p:cNvSpPr/>
            <p:nvPr/>
          </p:nvSpPr>
          <p:spPr>
            <a:xfrm>
              <a:off x="357" y="168"/>
              <a:ext cx="340" cy="340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27" y="394"/>
              <a:ext cx="680" cy="68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37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377" y="1018"/>
              <a:ext cx="1661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17990" y="848"/>
              <a:ext cx="340" cy="3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26"/>
          <p:cNvSpPr txBox="1"/>
          <p:nvPr/>
        </p:nvSpPr>
        <p:spPr>
          <a:xfrm>
            <a:off x="970280" y="224155"/>
            <a:ext cx="28835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spc="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五、报名参加比赛</a:t>
            </a:r>
            <a:endParaRPr lang="zh-CN" sz="2400" b="1" spc="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11976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891405" y="2706370"/>
            <a:ext cx="295656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800">
                <a:ln w="15875"/>
                <a:gradFill>
                  <a:gsLst>
                    <a:gs pos="0">
                      <a:schemeClr val="accent1">
                        <a:lumOff val="-19993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3"/>
                      </a:schemeClr>
                    </a:gs>
                  </a:gsLst>
                  <a:lin ang="0" scaled="0"/>
                </a:gradFill>
                <a:effectLst/>
              </a:rPr>
              <a:t>END</a:t>
            </a:r>
            <a:endParaRPr lang="en-US" altLang="zh-CN" sz="8800">
              <a:ln w="15875"/>
              <a:gradFill>
                <a:gsLst>
                  <a:gs pos="0">
                    <a:schemeClr val="accent1">
                      <a:lumOff val="-19993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3"/>
                    </a:schemeClr>
                  </a:gs>
                </a:gsLst>
                <a:lin ang="0" scaled="0"/>
              </a:gradFill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35.7000015258789,&quot;left&quot;:570.4,&quot;top&quot;:12.75,&quot;width&quot;:339.55}"/>
</p:tagLst>
</file>

<file path=ppt/tags/tag2.xml><?xml version="1.0" encoding="utf-8"?>
<p:tagLst xmlns:p="http://schemas.openxmlformats.org/presentationml/2006/main">
  <p:tag name="KSO_WM_DIAGRAM_VIRTUALLY_FRAME" val="{&quot;height&quot;:535.7000015258789,&quot;left&quot;:570.4,&quot;top&quot;:12.75,&quot;width&quot;:339.55}"/>
</p:tagLst>
</file>

<file path=ppt/tags/tag3.xml><?xml version="1.0" encoding="utf-8"?>
<p:tagLst xmlns:p="http://schemas.openxmlformats.org/presentationml/2006/main">
  <p:tag name="KSO_WM_DIAGRAM_VIRTUALLY_FRAME" val="{&quot;height&quot;:535.7000015258789,&quot;left&quot;:570.4,&quot;top&quot;:12.75,&quot;width&quot;:339.55}"/>
</p:tagLst>
</file>

<file path=ppt/tags/tag4.xml><?xml version="1.0" encoding="utf-8"?>
<p:tagLst xmlns:p="http://schemas.openxmlformats.org/presentationml/2006/main">
  <p:tag name="KSO_WM_DIAGRAM_VIRTUALLY_FRAME" val="{&quot;height&quot;:535.7000015258789,&quot;left&quot;:570.4,&quot;top&quot;:12.75,&quot;width&quot;:339.55}"/>
</p:tagLst>
</file>

<file path=ppt/tags/tag5.xml><?xml version="1.0" encoding="utf-8"?>
<p:tagLst xmlns:p="http://schemas.openxmlformats.org/presentationml/2006/main">
  <p:tag name="KSO_WM_DIAGRAM_VIRTUALLY_FRAME" val="{&quot;height&quot;:535.7000015258789,&quot;left&quot;:570.4,&quot;top&quot;:12.75,&quot;width&quot;:339.55}"/>
</p:tagLst>
</file>

<file path=ppt/tags/tag6.xml><?xml version="1.0" encoding="utf-8"?>
<p:tagLst xmlns:p="http://schemas.openxmlformats.org/presentationml/2006/main">
  <p:tag name="KSO_WM_DIAGRAM_VIRTUALLY_FRAME" val="{&quot;height&quot;:535.7000015258789,&quot;left&quot;:570.4,&quot;top&quot;:12.75,&quot;width&quot;:339.55}"/>
</p:tagLst>
</file>

<file path=ppt/tags/tag7.xml><?xml version="1.0" encoding="utf-8"?>
<p:tagLst xmlns:p="http://schemas.openxmlformats.org/presentationml/2006/main">
  <p:tag name="KSO_WM_DIAGRAM_VIRTUALLY_FRAME" val="{&quot;height&quot;:535.7000015258789,&quot;left&quot;:570.4,&quot;top&quot;:12.75,&quot;width&quot;:339.55}"/>
</p:tagLst>
</file>

<file path=ppt/tags/tag8.xml><?xml version="1.0" encoding="utf-8"?>
<p:tagLst xmlns:p="http://schemas.openxmlformats.org/presentationml/2006/main">
  <p:tag name="KSO_WM_DIAGRAM_VIRTUALLY_FRAME" val="{&quot;height&quot;:535.7000015258789,&quot;left&quot;:570.4,&quot;top&quot;:12.75,&quot;width&quot;:339.55}"/>
</p:tagLst>
</file>

<file path=ppt/tags/tag9.xml><?xml version="1.0" encoding="utf-8"?>
<p:tagLst xmlns:p="http://schemas.openxmlformats.org/presentationml/2006/main">
  <p:tag name="KSO_WM_DIAGRAM_VIRTUALLY_FRAME" val="{&quot;height&quot;:535.7000015258789,&quot;left&quot;:570.4,&quot;top&quot;:12.75,&quot;width&quot;:339.55}"/>
</p:tagLst>
</file>

<file path=ppt/tags/tag10.xml><?xml version="1.0" encoding="utf-8"?>
<p:tagLst xmlns:p="http://schemas.openxmlformats.org/presentationml/2006/main">
  <p:tag name="KSO_WM_DIAGRAM_VIRTUALLY_FRAME" val="{&quot;height&quot;:535.7000015258789,&quot;left&quot;:570.4,&quot;top&quot;:12.75,&quot;width&quot;:339.55}"/>
</p:tagLst>
</file>

<file path=ppt/tags/tag11.xml><?xml version="1.0" encoding="utf-8"?>
<p:tagLst xmlns:p="http://schemas.openxmlformats.org/presentationml/2006/main">
  <p:tag name="commondata" val="eyJoZGlkIjoiZGZkODU3OWI3NTFlNDE2M2MzNzg0MmFiNWM1ZmNjMD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WPS 演示</Application>
  <PresentationFormat>宽屏</PresentationFormat>
  <Paragraphs>55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慕测平台学生操作手册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刘佳怡</cp:lastModifiedBy>
  <cp:revision>13</cp:revision>
  <dcterms:created xsi:type="dcterms:W3CDTF">2023-08-09T12:44:00Z</dcterms:created>
  <dcterms:modified xsi:type="dcterms:W3CDTF">2024-09-14T07:57:59Z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EB273C90DD90470B9254EAC439F70EE0_12</vt:lpwstr>
  </property>
  <property fmtid="{D5CDD505-2E9C-101B-9397-08002B2CF9AE}" pid="3" name="KSOProductBuildVer">
    <vt:lpwstr>2052-12.1.0.17857</vt:lpwstr>
  </property>
</Properties>
</file>