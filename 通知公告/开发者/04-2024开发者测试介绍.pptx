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34"/>
  </p:notesMasterIdLst>
  <p:sldIdLst>
    <p:sldId id="257" r:id="rId2"/>
    <p:sldId id="258" r:id="rId3"/>
    <p:sldId id="259" r:id="rId4"/>
    <p:sldId id="260" r:id="rId5"/>
    <p:sldId id="261" r:id="rId6"/>
    <p:sldId id="262" r:id="rId7"/>
    <p:sldId id="263" r:id="rId8"/>
    <p:sldId id="264" r:id="rId9"/>
    <p:sldId id="265" r:id="rId10"/>
    <p:sldId id="266" r:id="rId11"/>
    <p:sldId id="323" r:id="rId12"/>
    <p:sldId id="267" r:id="rId13"/>
    <p:sldId id="282" r:id="rId14"/>
    <p:sldId id="283" r:id="rId15"/>
    <p:sldId id="284" r:id="rId16"/>
    <p:sldId id="285"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322" r:id="rId32"/>
    <p:sldId id="324"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9D6E8"/>
    <a:srgbClr val="B6D4E6"/>
    <a:srgbClr val="CDE2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78" autoAdjust="0"/>
  </p:normalViewPr>
  <p:slideViewPr>
    <p:cSldViewPr snapToGrid="0">
      <p:cViewPr varScale="1">
        <p:scale>
          <a:sx n="81" d="100"/>
          <a:sy n="81" d="100"/>
        </p:scale>
        <p:origin x="12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4ECD096-5600-4701-94BB-5B46BE977CB8}" type="doc">
      <dgm:prSet loTypeId="urn:microsoft.com/office/officeart/2005/8/layout/vList5" loCatId="list" qsTypeId="urn:microsoft.com/office/officeart/2005/8/quickstyle/simple1#1" qsCatId="simple" csTypeId="urn:microsoft.com/office/officeart/2005/8/colors/accent1_2#1" csCatId="accent1" phldr="1"/>
      <dgm:spPr/>
      <dgm:t>
        <a:bodyPr/>
        <a:lstStyle/>
        <a:p>
          <a:endParaRPr lang="zh-CN" altLang="en-US"/>
        </a:p>
      </dgm:t>
    </dgm:pt>
    <dgm:pt modelId="{0EA0CEB0-411C-4D72-934D-A49FF4C3371B}">
      <dgm:prSet/>
      <dgm:spPr/>
      <dgm:t>
        <a:bodyPr/>
        <a:lstStyle/>
        <a:p>
          <a:r>
            <a:rPr lang="zh-CN" dirty="0"/>
            <a:t>算法逻辑</a:t>
          </a:r>
        </a:p>
      </dgm:t>
    </dgm:pt>
    <dgm:pt modelId="{4B9A0B0C-D11A-4875-88FB-D2A7C9CF2B62}" type="parTrans" cxnId="{3F718FDF-B161-4B9D-855C-D6DA38F0DB93}">
      <dgm:prSet/>
      <dgm:spPr/>
      <dgm:t>
        <a:bodyPr/>
        <a:lstStyle/>
        <a:p>
          <a:endParaRPr lang="zh-CN" altLang="en-US"/>
        </a:p>
      </dgm:t>
    </dgm:pt>
    <dgm:pt modelId="{8F877170-8CD9-42E9-99E4-024AE612024F}" type="sibTrans" cxnId="{3F718FDF-B161-4B9D-855C-D6DA38F0DB93}">
      <dgm:prSet/>
      <dgm:spPr/>
      <dgm:t>
        <a:bodyPr/>
        <a:lstStyle/>
        <a:p>
          <a:endParaRPr lang="zh-CN" altLang="en-US"/>
        </a:p>
      </dgm:t>
    </dgm:pt>
    <dgm:pt modelId="{83963CB7-0D6B-4C74-A76A-D7A6F86917BE}">
      <dgm:prSet/>
      <dgm:spPr/>
      <dgm:t>
        <a:bodyPr/>
        <a:lstStyle/>
        <a:p>
          <a:r>
            <a:rPr lang="zh-CN"/>
            <a:t>模块接口</a:t>
          </a:r>
        </a:p>
      </dgm:t>
    </dgm:pt>
    <dgm:pt modelId="{8F3078D5-A412-43EE-8B9A-0F3BD0290FBD}" type="parTrans" cxnId="{1C5279AD-174B-492A-8B2E-8EF7581C3048}">
      <dgm:prSet/>
      <dgm:spPr/>
      <dgm:t>
        <a:bodyPr/>
        <a:lstStyle/>
        <a:p>
          <a:endParaRPr lang="zh-CN" altLang="en-US"/>
        </a:p>
      </dgm:t>
    </dgm:pt>
    <dgm:pt modelId="{0EDC20A9-1259-4220-AC59-C08F0FFB6524}" type="sibTrans" cxnId="{1C5279AD-174B-492A-8B2E-8EF7581C3048}">
      <dgm:prSet/>
      <dgm:spPr/>
      <dgm:t>
        <a:bodyPr/>
        <a:lstStyle/>
        <a:p>
          <a:endParaRPr lang="zh-CN" altLang="en-US"/>
        </a:p>
      </dgm:t>
    </dgm:pt>
    <dgm:pt modelId="{E827EA1F-9043-4783-A810-B5CE63EB93AD}">
      <dgm:prSet/>
      <dgm:spPr/>
      <dgm:t>
        <a:bodyPr/>
        <a:lstStyle/>
        <a:p>
          <a:r>
            <a:rPr lang="zh-CN"/>
            <a:t>数据结构</a:t>
          </a:r>
        </a:p>
      </dgm:t>
    </dgm:pt>
    <dgm:pt modelId="{E25CBABC-11CE-4D07-AC64-A3487EC22D67}" type="parTrans" cxnId="{12482094-0016-4F7B-BBA9-DA5BA9A41896}">
      <dgm:prSet/>
      <dgm:spPr/>
      <dgm:t>
        <a:bodyPr/>
        <a:lstStyle/>
        <a:p>
          <a:endParaRPr lang="zh-CN" altLang="en-US"/>
        </a:p>
      </dgm:t>
    </dgm:pt>
    <dgm:pt modelId="{6CFCBD78-6C03-4CAE-85A1-7CF605001A88}" type="sibTrans" cxnId="{12482094-0016-4F7B-BBA9-DA5BA9A41896}">
      <dgm:prSet/>
      <dgm:spPr/>
      <dgm:t>
        <a:bodyPr/>
        <a:lstStyle/>
        <a:p>
          <a:endParaRPr lang="zh-CN" altLang="en-US"/>
        </a:p>
      </dgm:t>
    </dgm:pt>
    <dgm:pt modelId="{37C12B54-F0B3-47D9-A844-958067AD2376}">
      <dgm:prSet/>
      <dgm:spPr/>
      <dgm:t>
        <a:bodyPr/>
        <a:lstStyle/>
        <a:p>
          <a:r>
            <a:rPr lang="zh-CN"/>
            <a:t>边界条件</a:t>
          </a:r>
        </a:p>
      </dgm:t>
    </dgm:pt>
    <dgm:pt modelId="{382D107A-48F6-4036-A427-711EDD6EC34F}" type="parTrans" cxnId="{5BD70A9D-D575-4C97-A96C-B985C1628D4A}">
      <dgm:prSet/>
      <dgm:spPr/>
      <dgm:t>
        <a:bodyPr/>
        <a:lstStyle/>
        <a:p>
          <a:endParaRPr lang="zh-CN" altLang="en-US"/>
        </a:p>
      </dgm:t>
    </dgm:pt>
    <dgm:pt modelId="{4D2DF5DA-5C8C-4BF4-9713-D04EC0E76C1E}" type="sibTrans" cxnId="{5BD70A9D-D575-4C97-A96C-B985C1628D4A}">
      <dgm:prSet/>
      <dgm:spPr/>
      <dgm:t>
        <a:bodyPr/>
        <a:lstStyle/>
        <a:p>
          <a:endParaRPr lang="zh-CN" altLang="en-US"/>
        </a:p>
      </dgm:t>
    </dgm:pt>
    <dgm:pt modelId="{1BF93639-B7D0-4905-B417-48FA65BB6A0E}">
      <dgm:prSet/>
      <dgm:spPr/>
      <dgm:t>
        <a:bodyPr/>
        <a:lstStyle/>
        <a:p>
          <a:r>
            <a:rPr lang="zh-CN" dirty="0"/>
            <a:t>独立路径</a:t>
          </a:r>
        </a:p>
      </dgm:t>
    </dgm:pt>
    <dgm:pt modelId="{782BD14A-35F5-4338-9C81-34A56E1B4C2F}" type="parTrans" cxnId="{0D14648C-058D-43E4-A0CC-E9F7372B8302}">
      <dgm:prSet/>
      <dgm:spPr/>
      <dgm:t>
        <a:bodyPr/>
        <a:lstStyle/>
        <a:p>
          <a:endParaRPr lang="zh-CN" altLang="en-US"/>
        </a:p>
      </dgm:t>
    </dgm:pt>
    <dgm:pt modelId="{A971EFF5-51C4-4FE3-9DD6-E7CF775945ED}" type="sibTrans" cxnId="{0D14648C-058D-43E4-A0CC-E9F7372B8302}">
      <dgm:prSet/>
      <dgm:spPr/>
      <dgm:t>
        <a:bodyPr/>
        <a:lstStyle/>
        <a:p>
          <a:endParaRPr lang="zh-CN" altLang="en-US"/>
        </a:p>
      </dgm:t>
    </dgm:pt>
    <dgm:pt modelId="{6E5E4074-5B66-4BB0-8760-05C420097496}">
      <dgm:prSet/>
      <dgm:spPr/>
      <dgm:t>
        <a:bodyPr/>
        <a:lstStyle/>
        <a:p>
          <a:r>
            <a:rPr lang="zh-CN" dirty="0"/>
            <a:t>错误处理</a:t>
          </a:r>
        </a:p>
      </dgm:t>
    </dgm:pt>
    <dgm:pt modelId="{74ED09D1-E0E6-44A9-972C-33D8968ECCDF}" type="parTrans" cxnId="{F90F1FC6-223B-4171-A571-1A5186458BEE}">
      <dgm:prSet/>
      <dgm:spPr/>
      <dgm:t>
        <a:bodyPr/>
        <a:lstStyle/>
        <a:p>
          <a:endParaRPr lang="zh-CN" altLang="en-US"/>
        </a:p>
      </dgm:t>
    </dgm:pt>
    <dgm:pt modelId="{31670DA8-A57E-4460-9480-4CD74141C2B2}" type="sibTrans" cxnId="{F90F1FC6-223B-4171-A571-1A5186458BEE}">
      <dgm:prSet/>
      <dgm:spPr/>
      <dgm:t>
        <a:bodyPr/>
        <a:lstStyle/>
        <a:p>
          <a:endParaRPr lang="zh-CN" altLang="en-US"/>
        </a:p>
      </dgm:t>
    </dgm:pt>
    <dgm:pt modelId="{E12E6EC1-2139-418C-A4C5-0A17EDDF8E21}">
      <dgm:prSet/>
      <dgm:spPr/>
      <dgm:t>
        <a:bodyPr/>
        <a:lstStyle/>
        <a:p>
          <a:r>
            <a:rPr lang="zh-CN"/>
            <a:t>输入数据</a:t>
          </a:r>
        </a:p>
      </dgm:t>
    </dgm:pt>
    <dgm:pt modelId="{BDAC6121-A440-4DF7-B5A7-C846409BB0B7}" type="parTrans" cxnId="{9BE3F59A-57A2-4226-AB68-515AFBBACFE9}">
      <dgm:prSet/>
      <dgm:spPr/>
      <dgm:t>
        <a:bodyPr/>
        <a:lstStyle/>
        <a:p>
          <a:endParaRPr lang="zh-CN" altLang="en-US"/>
        </a:p>
      </dgm:t>
    </dgm:pt>
    <dgm:pt modelId="{1243F3DC-80A7-4E5E-B0DB-2F20DCD9DE05}" type="sibTrans" cxnId="{9BE3F59A-57A2-4226-AB68-515AFBBACFE9}">
      <dgm:prSet/>
      <dgm:spPr/>
      <dgm:t>
        <a:bodyPr/>
        <a:lstStyle/>
        <a:p>
          <a:endParaRPr lang="zh-CN" altLang="en-US"/>
        </a:p>
      </dgm:t>
    </dgm:pt>
    <dgm:pt modelId="{7E8E6836-EB8A-4A74-A5AB-95534DD4E5A8}">
      <dgm:prSet/>
      <dgm:spPr/>
      <dgm:t>
        <a:bodyPr/>
        <a:lstStyle/>
        <a:p>
          <a:r>
            <a:rPr lang="zh-CN" dirty="0"/>
            <a:t>表达式与</a:t>
          </a:r>
          <a:r>
            <a:rPr lang="en-US" dirty="0"/>
            <a:t>SQL</a:t>
          </a:r>
          <a:r>
            <a:rPr lang="zh-CN" dirty="0"/>
            <a:t>语句</a:t>
          </a:r>
        </a:p>
      </dgm:t>
    </dgm:pt>
    <dgm:pt modelId="{751F363D-9C64-40F6-9622-52E93975828F}" type="parTrans" cxnId="{9DFFE867-B93C-4ADE-AA96-011EA0333F45}">
      <dgm:prSet/>
      <dgm:spPr/>
      <dgm:t>
        <a:bodyPr/>
        <a:lstStyle/>
        <a:p>
          <a:endParaRPr lang="zh-CN" altLang="en-US"/>
        </a:p>
      </dgm:t>
    </dgm:pt>
    <dgm:pt modelId="{EAB0923E-65AB-4F19-81B4-C0A1444B0561}" type="sibTrans" cxnId="{9DFFE867-B93C-4ADE-AA96-011EA0333F45}">
      <dgm:prSet/>
      <dgm:spPr/>
      <dgm:t>
        <a:bodyPr/>
        <a:lstStyle/>
        <a:p>
          <a:endParaRPr lang="zh-CN" altLang="en-US"/>
        </a:p>
      </dgm:t>
    </dgm:pt>
    <dgm:pt modelId="{BF070B9B-AB42-4527-AD8C-C67C19B1D5E3}" type="pres">
      <dgm:prSet presAssocID="{74ECD096-5600-4701-94BB-5B46BE977CB8}" presName="Name0" presStyleCnt="0">
        <dgm:presLayoutVars>
          <dgm:dir/>
          <dgm:animLvl val="lvl"/>
          <dgm:resizeHandles val="exact"/>
        </dgm:presLayoutVars>
      </dgm:prSet>
      <dgm:spPr/>
    </dgm:pt>
    <dgm:pt modelId="{01713A09-797B-48AC-A060-2603215CDB97}" type="pres">
      <dgm:prSet presAssocID="{0EA0CEB0-411C-4D72-934D-A49FF4C3371B}" presName="linNode" presStyleCnt="0"/>
      <dgm:spPr/>
    </dgm:pt>
    <dgm:pt modelId="{AB08155A-F807-4B14-915E-0F2A42179537}" type="pres">
      <dgm:prSet presAssocID="{0EA0CEB0-411C-4D72-934D-A49FF4C3371B}" presName="parentText" presStyleLbl="node1" presStyleIdx="0" presStyleCnt="8" custLinFactNeighborX="-73613" custLinFactNeighborY="34890">
        <dgm:presLayoutVars>
          <dgm:chMax val="1"/>
          <dgm:bulletEnabled val="1"/>
        </dgm:presLayoutVars>
      </dgm:prSet>
      <dgm:spPr/>
    </dgm:pt>
    <dgm:pt modelId="{E5D8A279-95FF-443F-8606-C97B661D1A32}" type="pres">
      <dgm:prSet presAssocID="{8F877170-8CD9-42E9-99E4-024AE612024F}" presName="sp" presStyleCnt="0"/>
      <dgm:spPr/>
    </dgm:pt>
    <dgm:pt modelId="{7663221B-ECCC-4874-A7D3-55298366C888}" type="pres">
      <dgm:prSet presAssocID="{83963CB7-0D6B-4C74-A76A-D7A6F86917BE}" presName="linNode" presStyleCnt="0"/>
      <dgm:spPr/>
    </dgm:pt>
    <dgm:pt modelId="{244EA199-8AE0-4A2E-9CF5-7C5AE3441A76}" type="pres">
      <dgm:prSet presAssocID="{83963CB7-0D6B-4C74-A76A-D7A6F86917BE}" presName="parentText" presStyleLbl="node1" presStyleIdx="1" presStyleCnt="8" custLinFactY="26627" custLinFactNeighborX="-73984" custLinFactNeighborY="100000">
        <dgm:presLayoutVars>
          <dgm:chMax val="1"/>
          <dgm:bulletEnabled val="1"/>
        </dgm:presLayoutVars>
      </dgm:prSet>
      <dgm:spPr/>
    </dgm:pt>
    <dgm:pt modelId="{1D1E9D33-57B3-4A64-900C-E97B52A7747B}" type="pres">
      <dgm:prSet presAssocID="{0EDC20A9-1259-4220-AC59-C08F0FFB6524}" presName="sp" presStyleCnt="0"/>
      <dgm:spPr/>
    </dgm:pt>
    <dgm:pt modelId="{EAB30155-9041-4264-9035-6E2F731A7B96}" type="pres">
      <dgm:prSet presAssocID="{E827EA1F-9043-4783-A810-B5CE63EB93AD}" presName="linNode" presStyleCnt="0"/>
      <dgm:spPr/>
    </dgm:pt>
    <dgm:pt modelId="{65B25FB2-8475-4C42-83E1-D869ADF63E75}" type="pres">
      <dgm:prSet presAssocID="{E827EA1F-9043-4783-A810-B5CE63EB93AD}" presName="parentText" presStyleLbl="node1" presStyleIdx="2" presStyleCnt="8" custLinFactY="100000" custLinFactNeighborX="-73984" custLinFactNeighborY="130495">
        <dgm:presLayoutVars>
          <dgm:chMax val="1"/>
          <dgm:bulletEnabled val="1"/>
        </dgm:presLayoutVars>
      </dgm:prSet>
      <dgm:spPr/>
    </dgm:pt>
    <dgm:pt modelId="{6C56D6CD-B13C-4AFF-AD52-EC2638E573E7}" type="pres">
      <dgm:prSet presAssocID="{6CFCBD78-6C03-4CAE-85A1-7CF605001A88}" presName="sp" presStyleCnt="0"/>
      <dgm:spPr/>
    </dgm:pt>
    <dgm:pt modelId="{23124809-4E9A-41A2-B35B-1F6BD4BE6029}" type="pres">
      <dgm:prSet presAssocID="{37C12B54-F0B3-47D9-A844-958067AD2376}" presName="linNode" presStyleCnt="0"/>
      <dgm:spPr/>
    </dgm:pt>
    <dgm:pt modelId="{18422B73-3B0B-47D3-B48A-AFA81FB4DA3D}" type="pres">
      <dgm:prSet presAssocID="{37C12B54-F0B3-47D9-A844-958067AD2376}" presName="parentText" presStyleLbl="node1" presStyleIdx="3" presStyleCnt="8" custLinFactY="130609" custLinFactNeighborX="-73613" custLinFactNeighborY="200000">
        <dgm:presLayoutVars>
          <dgm:chMax val="1"/>
          <dgm:bulletEnabled val="1"/>
        </dgm:presLayoutVars>
      </dgm:prSet>
      <dgm:spPr/>
    </dgm:pt>
    <dgm:pt modelId="{AF33EA82-FEC4-4330-88A4-85474D5EABD2}" type="pres">
      <dgm:prSet presAssocID="{4D2DF5DA-5C8C-4BF4-9713-D04EC0E76C1E}" presName="sp" presStyleCnt="0"/>
      <dgm:spPr/>
    </dgm:pt>
    <dgm:pt modelId="{4E0000DE-1734-4DF2-BC39-5E1B7C149E81}" type="pres">
      <dgm:prSet presAssocID="{1BF93639-B7D0-4905-B417-48FA65BB6A0E}" presName="linNode" presStyleCnt="0"/>
      <dgm:spPr/>
    </dgm:pt>
    <dgm:pt modelId="{6A840C68-4259-48C2-A66A-5A7CC90DB0AD}" type="pres">
      <dgm:prSet presAssocID="{1BF93639-B7D0-4905-B417-48FA65BB6A0E}" presName="parentText" presStyleLbl="node1" presStyleIdx="4" presStyleCnt="8" custLinFactY="-186057" custLinFactNeighborX="69690" custLinFactNeighborY="-200000">
        <dgm:presLayoutVars>
          <dgm:chMax val="1"/>
          <dgm:bulletEnabled val="1"/>
        </dgm:presLayoutVars>
      </dgm:prSet>
      <dgm:spPr/>
    </dgm:pt>
    <dgm:pt modelId="{441FF826-D68A-44EC-8E18-1B1CC08783CA}" type="pres">
      <dgm:prSet presAssocID="{A971EFF5-51C4-4FE3-9DD6-E7CF775945ED}" presName="sp" presStyleCnt="0"/>
      <dgm:spPr/>
    </dgm:pt>
    <dgm:pt modelId="{9608875D-C26C-43D0-9DA9-6E0DBCCF77EC}" type="pres">
      <dgm:prSet presAssocID="{6E5E4074-5B66-4BB0-8760-05C420097496}" presName="linNode" presStyleCnt="0"/>
      <dgm:spPr/>
    </dgm:pt>
    <dgm:pt modelId="{B4E651AF-90F9-4C85-BADD-826CEA4EB5D1}" type="pres">
      <dgm:prSet presAssocID="{6E5E4074-5B66-4BB0-8760-05C420097496}" presName="parentText" presStyleLbl="node1" presStyleIdx="5" presStyleCnt="8" custLinFactY="-100000" custLinFactNeighborX="69538" custLinFactNeighborY="-191045">
        <dgm:presLayoutVars>
          <dgm:chMax val="1"/>
          <dgm:bulletEnabled val="1"/>
        </dgm:presLayoutVars>
      </dgm:prSet>
      <dgm:spPr/>
    </dgm:pt>
    <dgm:pt modelId="{44AC36FD-238C-471C-BEFF-AAD61524569F}" type="pres">
      <dgm:prSet presAssocID="{31670DA8-A57E-4460-9480-4CD74141C2B2}" presName="sp" presStyleCnt="0"/>
      <dgm:spPr/>
    </dgm:pt>
    <dgm:pt modelId="{E0ED5D8B-81F3-4A51-AD32-F92F13AD8479}" type="pres">
      <dgm:prSet presAssocID="{E12E6EC1-2139-418C-A4C5-0A17EDDF8E21}" presName="linNode" presStyleCnt="0"/>
      <dgm:spPr/>
    </dgm:pt>
    <dgm:pt modelId="{C3C22FE5-B3F2-4E30-B846-D6103DC2FA90}" type="pres">
      <dgm:prSet presAssocID="{E12E6EC1-2139-418C-A4C5-0A17EDDF8E21}" presName="parentText" presStyleLbl="node1" presStyleIdx="6" presStyleCnt="8" custLinFactY="-86259" custLinFactNeighborX="69909" custLinFactNeighborY="-100000">
        <dgm:presLayoutVars>
          <dgm:chMax val="1"/>
          <dgm:bulletEnabled val="1"/>
        </dgm:presLayoutVars>
      </dgm:prSet>
      <dgm:spPr/>
    </dgm:pt>
    <dgm:pt modelId="{50E9ADF4-DB81-4C66-8EBB-B8B71CEE1738}" type="pres">
      <dgm:prSet presAssocID="{1243F3DC-80A7-4E5E-B0DB-2F20DCD9DE05}" presName="sp" presStyleCnt="0"/>
      <dgm:spPr/>
    </dgm:pt>
    <dgm:pt modelId="{5E5788BB-ABB8-4EDD-BEA1-72B75CA41DDA}" type="pres">
      <dgm:prSet presAssocID="{7E8E6836-EB8A-4A74-A5AB-95534DD4E5A8}" presName="linNode" presStyleCnt="0"/>
      <dgm:spPr/>
    </dgm:pt>
    <dgm:pt modelId="{356B86AB-3BCC-407C-A455-28D4CF59AEE7}" type="pres">
      <dgm:prSet presAssocID="{7E8E6836-EB8A-4A74-A5AB-95534DD4E5A8}" presName="parentText" presStyleLbl="node1" presStyleIdx="7" presStyleCnt="8" custLinFactNeighborX="69537" custLinFactNeighborY="-88472">
        <dgm:presLayoutVars>
          <dgm:chMax val="1"/>
          <dgm:bulletEnabled val="1"/>
        </dgm:presLayoutVars>
      </dgm:prSet>
      <dgm:spPr/>
    </dgm:pt>
  </dgm:ptLst>
  <dgm:cxnLst>
    <dgm:cxn modelId="{F282F016-0422-4AE8-889A-4D351080602B}" type="presOf" srcId="{E12E6EC1-2139-418C-A4C5-0A17EDDF8E21}" destId="{C3C22FE5-B3F2-4E30-B846-D6103DC2FA90}" srcOrd="0" destOrd="0" presId="urn:microsoft.com/office/officeart/2005/8/layout/vList5"/>
    <dgm:cxn modelId="{FA15D81A-B38B-4A5B-A472-732EA5C20283}" type="presOf" srcId="{83963CB7-0D6B-4C74-A76A-D7A6F86917BE}" destId="{244EA199-8AE0-4A2E-9CF5-7C5AE3441A76}" srcOrd="0" destOrd="0" presId="urn:microsoft.com/office/officeart/2005/8/layout/vList5"/>
    <dgm:cxn modelId="{95F53764-9D6B-421F-85ED-7B4C81344851}" type="presOf" srcId="{E827EA1F-9043-4783-A810-B5CE63EB93AD}" destId="{65B25FB2-8475-4C42-83E1-D869ADF63E75}" srcOrd="0" destOrd="0" presId="urn:microsoft.com/office/officeart/2005/8/layout/vList5"/>
    <dgm:cxn modelId="{9DFFE867-B93C-4ADE-AA96-011EA0333F45}" srcId="{74ECD096-5600-4701-94BB-5B46BE977CB8}" destId="{7E8E6836-EB8A-4A74-A5AB-95534DD4E5A8}" srcOrd="7" destOrd="0" parTransId="{751F363D-9C64-40F6-9622-52E93975828F}" sibTransId="{EAB0923E-65AB-4F19-81B4-C0A1444B0561}"/>
    <dgm:cxn modelId="{C9305F51-F613-43A9-B684-4C3CD7D72FA5}" type="presOf" srcId="{7E8E6836-EB8A-4A74-A5AB-95534DD4E5A8}" destId="{356B86AB-3BCC-407C-A455-28D4CF59AEE7}" srcOrd="0" destOrd="0" presId="urn:microsoft.com/office/officeart/2005/8/layout/vList5"/>
    <dgm:cxn modelId="{0D14648C-058D-43E4-A0CC-E9F7372B8302}" srcId="{74ECD096-5600-4701-94BB-5B46BE977CB8}" destId="{1BF93639-B7D0-4905-B417-48FA65BB6A0E}" srcOrd="4" destOrd="0" parTransId="{782BD14A-35F5-4338-9C81-34A56E1B4C2F}" sibTransId="{A971EFF5-51C4-4FE3-9DD6-E7CF775945ED}"/>
    <dgm:cxn modelId="{12482094-0016-4F7B-BBA9-DA5BA9A41896}" srcId="{74ECD096-5600-4701-94BB-5B46BE977CB8}" destId="{E827EA1F-9043-4783-A810-B5CE63EB93AD}" srcOrd="2" destOrd="0" parTransId="{E25CBABC-11CE-4D07-AC64-A3487EC22D67}" sibTransId="{6CFCBD78-6C03-4CAE-85A1-7CF605001A88}"/>
    <dgm:cxn modelId="{44651199-81EA-4AA8-B6C2-5E386757CF0A}" type="presOf" srcId="{37C12B54-F0B3-47D9-A844-958067AD2376}" destId="{18422B73-3B0B-47D3-B48A-AFA81FB4DA3D}" srcOrd="0" destOrd="0" presId="urn:microsoft.com/office/officeart/2005/8/layout/vList5"/>
    <dgm:cxn modelId="{9BE3F59A-57A2-4226-AB68-515AFBBACFE9}" srcId="{74ECD096-5600-4701-94BB-5B46BE977CB8}" destId="{E12E6EC1-2139-418C-A4C5-0A17EDDF8E21}" srcOrd="6" destOrd="0" parTransId="{BDAC6121-A440-4DF7-B5A7-C846409BB0B7}" sibTransId="{1243F3DC-80A7-4E5E-B0DB-2F20DCD9DE05}"/>
    <dgm:cxn modelId="{5BD70A9D-D575-4C97-A96C-B985C1628D4A}" srcId="{74ECD096-5600-4701-94BB-5B46BE977CB8}" destId="{37C12B54-F0B3-47D9-A844-958067AD2376}" srcOrd="3" destOrd="0" parTransId="{382D107A-48F6-4036-A427-711EDD6EC34F}" sibTransId="{4D2DF5DA-5C8C-4BF4-9713-D04EC0E76C1E}"/>
    <dgm:cxn modelId="{2ABE3BA4-C9D4-40BE-A1BA-8900DF744C30}" type="presOf" srcId="{74ECD096-5600-4701-94BB-5B46BE977CB8}" destId="{BF070B9B-AB42-4527-AD8C-C67C19B1D5E3}" srcOrd="0" destOrd="0" presId="urn:microsoft.com/office/officeart/2005/8/layout/vList5"/>
    <dgm:cxn modelId="{1C5279AD-174B-492A-8B2E-8EF7581C3048}" srcId="{74ECD096-5600-4701-94BB-5B46BE977CB8}" destId="{83963CB7-0D6B-4C74-A76A-D7A6F86917BE}" srcOrd="1" destOrd="0" parTransId="{8F3078D5-A412-43EE-8B9A-0F3BD0290FBD}" sibTransId="{0EDC20A9-1259-4220-AC59-C08F0FFB6524}"/>
    <dgm:cxn modelId="{926969B7-002B-4A7F-A7FB-4253F6B5DCE2}" type="presOf" srcId="{6E5E4074-5B66-4BB0-8760-05C420097496}" destId="{B4E651AF-90F9-4C85-BADD-826CEA4EB5D1}" srcOrd="0" destOrd="0" presId="urn:microsoft.com/office/officeart/2005/8/layout/vList5"/>
    <dgm:cxn modelId="{F81CC6C4-0C67-45D9-A5AE-A84B97EDF384}" type="presOf" srcId="{1BF93639-B7D0-4905-B417-48FA65BB6A0E}" destId="{6A840C68-4259-48C2-A66A-5A7CC90DB0AD}" srcOrd="0" destOrd="0" presId="urn:microsoft.com/office/officeart/2005/8/layout/vList5"/>
    <dgm:cxn modelId="{F90F1FC6-223B-4171-A571-1A5186458BEE}" srcId="{74ECD096-5600-4701-94BB-5B46BE977CB8}" destId="{6E5E4074-5B66-4BB0-8760-05C420097496}" srcOrd="5" destOrd="0" parTransId="{74ED09D1-E0E6-44A9-972C-33D8968ECCDF}" sibTransId="{31670DA8-A57E-4460-9480-4CD74141C2B2}"/>
    <dgm:cxn modelId="{1216B0CE-8D06-4A88-8EDD-C20D1C0D68E5}" type="presOf" srcId="{0EA0CEB0-411C-4D72-934D-A49FF4C3371B}" destId="{AB08155A-F807-4B14-915E-0F2A42179537}" srcOrd="0" destOrd="0" presId="urn:microsoft.com/office/officeart/2005/8/layout/vList5"/>
    <dgm:cxn modelId="{3F718FDF-B161-4B9D-855C-D6DA38F0DB93}" srcId="{74ECD096-5600-4701-94BB-5B46BE977CB8}" destId="{0EA0CEB0-411C-4D72-934D-A49FF4C3371B}" srcOrd="0" destOrd="0" parTransId="{4B9A0B0C-D11A-4875-88FB-D2A7C9CF2B62}" sibTransId="{8F877170-8CD9-42E9-99E4-024AE612024F}"/>
    <dgm:cxn modelId="{BC5BF504-364F-4BB0-8527-2930A1C4E75C}" type="presParOf" srcId="{BF070B9B-AB42-4527-AD8C-C67C19B1D5E3}" destId="{01713A09-797B-48AC-A060-2603215CDB97}" srcOrd="0" destOrd="0" presId="urn:microsoft.com/office/officeart/2005/8/layout/vList5"/>
    <dgm:cxn modelId="{920EEE18-1778-44B5-80D9-8C150206244B}" type="presParOf" srcId="{01713A09-797B-48AC-A060-2603215CDB97}" destId="{AB08155A-F807-4B14-915E-0F2A42179537}" srcOrd="0" destOrd="0" presId="urn:microsoft.com/office/officeart/2005/8/layout/vList5"/>
    <dgm:cxn modelId="{72F39AEE-DED4-4F32-8213-00CABAF54EC3}" type="presParOf" srcId="{BF070B9B-AB42-4527-AD8C-C67C19B1D5E3}" destId="{E5D8A279-95FF-443F-8606-C97B661D1A32}" srcOrd="1" destOrd="0" presId="urn:microsoft.com/office/officeart/2005/8/layout/vList5"/>
    <dgm:cxn modelId="{9F5559D2-D06A-45B1-8F30-9FC0441FA12B}" type="presParOf" srcId="{BF070B9B-AB42-4527-AD8C-C67C19B1D5E3}" destId="{7663221B-ECCC-4874-A7D3-55298366C888}" srcOrd="2" destOrd="0" presId="urn:microsoft.com/office/officeart/2005/8/layout/vList5"/>
    <dgm:cxn modelId="{2DC16EAF-F7F4-4752-AC27-F31016B5A861}" type="presParOf" srcId="{7663221B-ECCC-4874-A7D3-55298366C888}" destId="{244EA199-8AE0-4A2E-9CF5-7C5AE3441A76}" srcOrd="0" destOrd="0" presId="urn:microsoft.com/office/officeart/2005/8/layout/vList5"/>
    <dgm:cxn modelId="{7E378AEB-DD12-4F9B-8CC8-9C50A3AE6CB5}" type="presParOf" srcId="{BF070B9B-AB42-4527-AD8C-C67C19B1D5E3}" destId="{1D1E9D33-57B3-4A64-900C-E97B52A7747B}" srcOrd="3" destOrd="0" presId="urn:microsoft.com/office/officeart/2005/8/layout/vList5"/>
    <dgm:cxn modelId="{A08EC158-2078-4F99-99F3-11642E6A8C6C}" type="presParOf" srcId="{BF070B9B-AB42-4527-AD8C-C67C19B1D5E3}" destId="{EAB30155-9041-4264-9035-6E2F731A7B96}" srcOrd="4" destOrd="0" presId="urn:microsoft.com/office/officeart/2005/8/layout/vList5"/>
    <dgm:cxn modelId="{D79B3E10-C057-43E6-ABCD-E4A37813E13B}" type="presParOf" srcId="{EAB30155-9041-4264-9035-6E2F731A7B96}" destId="{65B25FB2-8475-4C42-83E1-D869ADF63E75}" srcOrd="0" destOrd="0" presId="urn:microsoft.com/office/officeart/2005/8/layout/vList5"/>
    <dgm:cxn modelId="{A6D3B41C-C209-49FB-B3B3-4C899407E10E}" type="presParOf" srcId="{BF070B9B-AB42-4527-AD8C-C67C19B1D5E3}" destId="{6C56D6CD-B13C-4AFF-AD52-EC2638E573E7}" srcOrd="5" destOrd="0" presId="urn:microsoft.com/office/officeart/2005/8/layout/vList5"/>
    <dgm:cxn modelId="{1711F256-22B0-4744-A5B4-4208DA61A608}" type="presParOf" srcId="{BF070B9B-AB42-4527-AD8C-C67C19B1D5E3}" destId="{23124809-4E9A-41A2-B35B-1F6BD4BE6029}" srcOrd="6" destOrd="0" presId="urn:microsoft.com/office/officeart/2005/8/layout/vList5"/>
    <dgm:cxn modelId="{6B5C8782-8E21-43F4-B77A-C7A886634ABA}" type="presParOf" srcId="{23124809-4E9A-41A2-B35B-1F6BD4BE6029}" destId="{18422B73-3B0B-47D3-B48A-AFA81FB4DA3D}" srcOrd="0" destOrd="0" presId="urn:microsoft.com/office/officeart/2005/8/layout/vList5"/>
    <dgm:cxn modelId="{7BF8813C-DD39-4379-9EB1-0154AC89C887}" type="presParOf" srcId="{BF070B9B-AB42-4527-AD8C-C67C19B1D5E3}" destId="{AF33EA82-FEC4-4330-88A4-85474D5EABD2}" srcOrd="7" destOrd="0" presId="urn:microsoft.com/office/officeart/2005/8/layout/vList5"/>
    <dgm:cxn modelId="{AB1D8F94-88FC-4555-B081-64D1D9197EE5}" type="presParOf" srcId="{BF070B9B-AB42-4527-AD8C-C67C19B1D5E3}" destId="{4E0000DE-1734-4DF2-BC39-5E1B7C149E81}" srcOrd="8" destOrd="0" presId="urn:microsoft.com/office/officeart/2005/8/layout/vList5"/>
    <dgm:cxn modelId="{3FE3710F-4BA6-4EBE-9076-437755967315}" type="presParOf" srcId="{4E0000DE-1734-4DF2-BC39-5E1B7C149E81}" destId="{6A840C68-4259-48C2-A66A-5A7CC90DB0AD}" srcOrd="0" destOrd="0" presId="urn:microsoft.com/office/officeart/2005/8/layout/vList5"/>
    <dgm:cxn modelId="{B6AEEA1D-F33B-4CAA-9677-D87C5D05C5BE}" type="presParOf" srcId="{BF070B9B-AB42-4527-AD8C-C67C19B1D5E3}" destId="{441FF826-D68A-44EC-8E18-1B1CC08783CA}" srcOrd="9" destOrd="0" presId="urn:microsoft.com/office/officeart/2005/8/layout/vList5"/>
    <dgm:cxn modelId="{FB18ED46-16AF-428E-90F5-119E9012871A}" type="presParOf" srcId="{BF070B9B-AB42-4527-AD8C-C67C19B1D5E3}" destId="{9608875D-C26C-43D0-9DA9-6E0DBCCF77EC}" srcOrd="10" destOrd="0" presId="urn:microsoft.com/office/officeart/2005/8/layout/vList5"/>
    <dgm:cxn modelId="{5084BFA8-0E54-45F5-9C05-01F5515BFE81}" type="presParOf" srcId="{9608875D-C26C-43D0-9DA9-6E0DBCCF77EC}" destId="{B4E651AF-90F9-4C85-BADD-826CEA4EB5D1}" srcOrd="0" destOrd="0" presId="urn:microsoft.com/office/officeart/2005/8/layout/vList5"/>
    <dgm:cxn modelId="{D3227462-301B-4700-AB21-633AA0364E81}" type="presParOf" srcId="{BF070B9B-AB42-4527-AD8C-C67C19B1D5E3}" destId="{44AC36FD-238C-471C-BEFF-AAD61524569F}" srcOrd="11" destOrd="0" presId="urn:microsoft.com/office/officeart/2005/8/layout/vList5"/>
    <dgm:cxn modelId="{11C6465A-2C07-47E6-A032-52F5C7942DB9}" type="presParOf" srcId="{BF070B9B-AB42-4527-AD8C-C67C19B1D5E3}" destId="{E0ED5D8B-81F3-4A51-AD32-F92F13AD8479}" srcOrd="12" destOrd="0" presId="urn:microsoft.com/office/officeart/2005/8/layout/vList5"/>
    <dgm:cxn modelId="{21E6346B-4151-4BBC-91B6-517504C289ED}" type="presParOf" srcId="{E0ED5D8B-81F3-4A51-AD32-F92F13AD8479}" destId="{C3C22FE5-B3F2-4E30-B846-D6103DC2FA90}" srcOrd="0" destOrd="0" presId="urn:microsoft.com/office/officeart/2005/8/layout/vList5"/>
    <dgm:cxn modelId="{11DBB1A9-FFCC-450E-849C-741193FCB7B7}" type="presParOf" srcId="{BF070B9B-AB42-4527-AD8C-C67C19B1D5E3}" destId="{50E9ADF4-DB81-4C66-8EBB-B8B71CEE1738}" srcOrd="13" destOrd="0" presId="urn:microsoft.com/office/officeart/2005/8/layout/vList5"/>
    <dgm:cxn modelId="{E2464335-4537-479A-90E5-867F016A111E}" type="presParOf" srcId="{BF070B9B-AB42-4527-AD8C-C67C19B1D5E3}" destId="{5E5788BB-ABB8-4EDD-BEA1-72B75CA41DDA}" srcOrd="14" destOrd="0" presId="urn:microsoft.com/office/officeart/2005/8/layout/vList5"/>
    <dgm:cxn modelId="{CC534F40-5739-485E-9F0D-107E39E1FE63}" type="presParOf" srcId="{5E5788BB-ABB8-4EDD-BEA1-72B75CA41DDA}" destId="{356B86AB-3BCC-407C-A455-28D4CF59AEE7}"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08155A-F807-4B14-915E-0F2A42179537}">
      <dsp:nvSpPr>
        <dsp:cNvPr id="0" name=""/>
        <dsp:cNvSpPr/>
      </dsp:nvSpPr>
      <dsp:spPr>
        <a:xfrm>
          <a:off x="343190" y="125311"/>
          <a:ext cx="2246616" cy="358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zh-CN" sz="1600" kern="1200" dirty="0"/>
            <a:t>算法逻辑</a:t>
          </a:r>
        </a:p>
      </dsp:txBody>
      <dsp:txXfrm>
        <a:off x="360706" y="142827"/>
        <a:ext cx="2211584" cy="323789"/>
      </dsp:txXfrm>
    </dsp:sp>
    <dsp:sp modelId="{244EA199-8AE0-4A2E-9CF5-7C5AE3441A76}">
      <dsp:nvSpPr>
        <dsp:cNvPr id="0" name=""/>
        <dsp:cNvSpPr/>
      </dsp:nvSpPr>
      <dsp:spPr>
        <a:xfrm>
          <a:off x="334855" y="831246"/>
          <a:ext cx="2246616" cy="358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zh-CN" sz="1600" kern="1200"/>
            <a:t>模块接口</a:t>
          </a:r>
        </a:p>
      </dsp:txBody>
      <dsp:txXfrm>
        <a:off x="352371" y="848762"/>
        <a:ext cx="2211584" cy="323789"/>
      </dsp:txXfrm>
    </dsp:sp>
    <dsp:sp modelId="{65B25FB2-8475-4C42-83E1-D869ADF63E75}">
      <dsp:nvSpPr>
        <dsp:cNvPr id="0" name=""/>
        <dsp:cNvSpPr/>
      </dsp:nvSpPr>
      <dsp:spPr>
        <a:xfrm>
          <a:off x="334855" y="1580709"/>
          <a:ext cx="2246616" cy="358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zh-CN" sz="1600" kern="1200"/>
            <a:t>数据结构</a:t>
          </a:r>
        </a:p>
      </dsp:txBody>
      <dsp:txXfrm>
        <a:off x="352371" y="1598225"/>
        <a:ext cx="2211584" cy="323789"/>
      </dsp:txXfrm>
    </dsp:sp>
    <dsp:sp modelId="{18422B73-3B0B-47D3-B48A-AFA81FB4DA3D}">
      <dsp:nvSpPr>
        <dsp:cNvPr id="0" name=""/>
        <dsp:cNvSpPr/>
      </dsp:nvSpPr>
      <dsp:spPr>
        <a:xfrm>
          <a:off x="343190" y="2316702"/>
          <a:ext cx="2246616" cy="358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zh-CN" sz="1600" kern="1200"/>
            <a:t>边界条件</a:t>
          </a:r>
        </a:p>
      </dsp:txBody>
      <dsp:txXfrm>
        <a:off x="360706" y="2334218"/>
        <a:ext cx="2211584" cy="323789"/>
      </dsp:txXfrm>
    </dsp:sp>
    <dsp:sp modelId="{6A840C68-4259-48C2-A66A-5A7CC90DB0AD}">
      <dsp:nvSpPr>
        <dsp:cNvPr id="0" name=""/>
        <dsp:cNvSpPr/>
      </dsp:nvSpPr>
      <dsp:spPr>
        <a:xfrm>
          <a:off x="3562659" y="121913"/>
          <a:ext cx="2246616" cy="358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zh-CN" sz="1600" kern="1200" dirty="0"/>
            <a:t>独立路径</a:t>
          </a:r>
        </a:p>
      </dsp:txBody>
      <dsp:txXfrm>
        <a:off x="3580175" y="139429"/>
        <a:ext cx="2211584" cy="323789"/>
      </dsp:txXfrm>
    </dsp:sp>
    <dsp:sp modelId="{B4E651AF-90F9-4C85-BADD-826CEA4EB5D1}">
      <dsp:nvSpPr>
        <dsp:cNvPr id="0" name=""/>
        <dsp:cNvSpPr/>
      </dsp:nvSpPr>
      <dsp:spPr>
        <a:xfrm>
          <a:off x="3559244" y="839599"/>
          <a:ext cx="2246616" cy="358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zh-CN" sz="1600" kern="1200" dirty="0"/>
            <a:t>错误处理</a:t>
          </a:r>
        </a:p>
      </dsp:txBody>
      <dsp:txXfrm>
        <a:off x="3576760" y="857115"/>
        <a:ext cx="2211584" cy="323789"/>
      </dsp:txXfrm>
    </dsp:sp>
    <dsp:sp modelId="{C3C22FE5-B3F2-4E30-B846-D6103DC2FA90}">
      <dsp:nvSpPr>
        <dsp:cNvPr id="0" name=""/>
        <dsp:cNvSpPr/>
      </dsp:nvSpPr>
      <dsp:spPr>
        <a:xfrm>
          <a:off x="3567579" y="1592356"/>
          <a:ext cx="2246616" cy="358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zh-CN" sz="1600" kern="1200"/>
            <a:t>输入数据</a:t>
          </a:r>
        </a:p>
      </dsp:txBody>
      <dsp:txXfrm>
        <a:off x="3585095" y="1609872"/>
        <a:ext cx="2211584" cy="323789"/>
      </dsp:txXfrm>
    </dsp:sp>
    <dsp:sp modelId="{356B86AB-3BCC-407C-A455-28D4CF59AEE7}">
      <dsp:nvSpPr>
        <dsp:cNvPr id="0" name=""/>
        <dsp:cNvSpPr/>
      </dsp:nvSpPr>
      <dsp:spPr>
        <a:xfrm>
          <a:off x="3559221" y="2320000"/>
          <a:ext cx="2246616" cy="3588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zh-CN" sz="1600" kern="1200" dirty="0"/>
            <a:t>表达式与</a:t>
          </a:r>
          <a:r>
            <a:rPr lang="en-US" sz="1600" kern="1200" dirty="0"/>
            <a:t>SQL</a:t>
          </a:r>
          <a:r>
            <a:rPr lang="zh-CN" sz="1600" kern="1200" dirty="0"/>
            <a:t>语句</a:t>
          </a:r>
        </a:p>
      </dsp:txBody>
      <dsp:txXfrm>
        <a:off x="3576737" y="2337516"/>
        <a:ext cx="2211584" cy="32378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1B4CC2-6DA4-4E26-9416-33C9CF29ED91}" type="datetimeFigureOut">
              <a:rPr lang="zh-CN" altLang="en-US" smtClean="0"/>
              <a:t>2024/9/25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A19558-A790-4CCF-AF9A-24308C198F34}" type="slidenum">
              <a:rPr lang="zh-CN" altLang="en-US" smtClean="0"/>
              <a:t>‹#›</a:t>
            </a:fld>
            <a:endParaRPr lang="zh-CN" altLang="en-US"/>
          </a:p>
        </p:txBody>
      </p:sp>
    </p:spTree>
    <p:extLst>
      <p:ext uri="{BB962C8B-B14F-4D97-AF65-F5344CB8AC3E}">
        <p14:creationId xmlns:p14="http://schemas.microsoft.com/office/powerpoint/2010/main" val="2133064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C9771A4-00B3-46FF-BC28-FB180E73903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C9771A4-00B3-46FF-BC28-FB180E739039}"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3</a:t>
            </a:fld>
            <a:endParaRPr lang="zh-CN" altLang="en-US"/>
          </a:p>
        </p:txBody>
      </p:sp>
    </p:spTree>
    <p:extLst>
      <p:ext uri="{BB962C8B-B14F-4D97-AF65-F5344CB8AC3E}">
        <p14:creationId xmlns:p14="http://schemas.microsoft.com/office/powerpoint/2010/main" val="3168400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4</a:t>
            </a:fld>
            <a:endParaRPr lang="zh-CN" altLang="en-US"/>
          </a:p>
        </p:txBody>
      </p:sp>
    </p:spTree>
    <p:extLst>
      <p:ext uri="{BB962C8B-B14F-4D97-AF65-F5344CB8AC3E}">
        <p14:creationId xmlns:p14="http://schemas.microsoft.com/office/powerpoint/2010/main" val="4039350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5</a:t>
            </a:fld>
            <a:endParaRPr lang="zh-CN" altLang="en-US"/>
          </a:p>
        </p:txBody>
      </p:sp>
    </p:spTree>
    <p:extLst>
      <p:ext uri="{BB962C8B-B14F-4D97-AF65-F5344CB8AC3E}">
        <p14:creationId xmlns:p14="http://schemas.microsoft.com/office/powerpoint/2010/main" val="3775166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6</a:t>
            </a:fld>
            <a:endParaRPr lang="zh-CN" altLang="en-US"/>
          </a:p>
        </p:txBody>
      </p:sp>
    </p:spTree>
    <p:extLst>
      <p:ext uri="{BB962C8B-B14F-4D97-AF65-F5344CB8AC3E}">
        <p14:creationId xmlns:p14="http://schemas.microsoft.com/office/powerpoint/2010/main" val="3172984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7</a:t>
            </a:fld>
            <a:endParaRPr lang="zh-CN" altLang="en-US"/>
          </a:p>
        </p:txBody>
      </p:sp>
    </p:spTree>
    <p:extLst>
      <p:ext uri="{BB962C8B-B14F-4D97-AF65-F5344CB8AC3E}">
        <p14:creationId xmlns:p14="http://schemas.microsoft.com/office/powerpoint/2010/main" val="2903520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8</a:t>
            </a:fld>
            <a:endParaRPr lang="zh-CN" altLang="en-US"/>
          </a:p>
        </p:txBody>
      </p:sp>
    </p:spTree>
    <p:extLst>
      <p:ext uri="{BB962C8B-B14F-4D97-AF65-F5344CB8AC3E}">
        <p14:creationId xmlns:p14="http://schemas.microsoft.com/office/powerpoint/2010/main" val="3450438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9</a:t>
            </a:fld>
            <a:endParaRPr lang="zh-CN" altLang="en-US"/>
          </a:p>
        </p:txBody>
      </p:sp>
    </p:spTree>
    <p:extLst>
      <p:ext uri="{BB962C8B-B14F-4D97-AF65-F5344CB8AC3E}">
        <p14:creationId xmlns:p14="http://schemas.microsoft.com/office/powerpoint/2010/main" val="28731394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10</a:t>
            </a:fld>
            <a:endParaRPr lang="zh-CN" altLang="en-US"/>
          </a:p>
        </p:txBody>
      </p:sp>
    </p:spTree>
    <p:extLst>
      <p:ext uri="{BB962C8B-B14F-4D97-AF65-F5344CB8AC3E}">
        <p14:creationId xmlns:p14="http://schemas.microsoft.com/office/powerpoint/2010/main" val="739898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11</a:t>
            </a:fld>
            <a:endParaRPr lang="zh-CN" altLang="en-US"/>
          </a:p>
        </p:txBody>
      </p:sp>
    </p:spTree>
    <p:extLst>
      <p:ext uri="{BB962C8B-B14F-4D97-AF65-F5344CB8AC3E}">
        <p14:creationId xmlns:p14="http://schemas.microsoft.com/office/powerpoint/2010/main" val="2064421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12</a:t>
            </a:fld>
            <a:endParaRPr lang="zh-CN" altLang="en-US"/>
          </a:p>
        </p:txBody>
      </p:sp>
    </p:spTree>
    <p:extLst>
      <p:ext uri="{BB962C8B-B14F-4D97-AF65-F5344CB8AC3E}">
        <p14:creationId xmlns:p14="http://schemas.microsoft.com/office/powerpoint/2010/main" val="3758696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13</a:t>
            </a:fld>
            <a:endParaRPr lang="zh-CN" altLang="en-US"/>
          </a:p>
        </p:txBody>
      </p:sp>
    </p:spTree>
    <p:extLst>
      <p:ext uri="{BB962C8B-B14F-4D97-AF65-F5344CB8AC3E}">
        <p14:creationId xmlns:p14="http://schemas.microsoft.com/office/powerpoint/2010/main" val="552894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14</a:t>
            </a:fld>
            <a:endParaRPr lang="zh-CN" altLang="en-US"/>
          </a:p>
        </p:txBody>
      </p:sp>
    </p:spTree>
    <p:extLst>
      <p:ext uri="{BB962C8B-B14F-4D97-AF65-F5344CB8AC3E}">
        <p14:creationId xmlns:p14="http://schemas.microsoft.com/office/powerpoint/2010/main" val="2500928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15</a:t>
            </a:fld>
            <a:endParaRPr lang="zh-CN" altLang="en-US"/>
          </a:p>
        </p:txBody>
      </p:sp>
    </p:spTree>
    <p:extLst>
      <p:ext uri="{BB962C8B-B14F-4D97-AF65-F5344CB8AC3E}">
        <p14:creationId xmlns:p14="http://schemas.microsoft.com/office/powerpoint/2010/main" val="1578059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16</a:t>
            </a:fld>
            <a:endParaRPr lang="zh-CN" altLang="en-US"/>
          </a:p>
        </p:txBody>
      </p:sp>
    </p:spTree>
    <p:extLst>
      <p:ext uri="{BB962C8B-B14F-4D97-AF65-F5344CB8AC3E}">
        <p14:creationId xmlns:p14="http://schemas.microsoft.com/office/powerpoint/2010/main" val="4089440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17</a:t>
            </a:fld>
            <a:endParaRPr lang="zh-CN" altLang="en-US"/>
          </a:p>
        </p:txBody>
      </p:sp>
    </p:spTree>
    <p:extLst>
      <p:ext uri="{BB962C8B-B14F-4D97-AF65-F5344CB8AC3E}">
        <p14:creationId xmlns:p14="http://schemas.microsoft.com/office/powerpoint/2010/main" val="3005333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18</a:t>
            </a:fld>
            <a:endParaRPr lang="zh-CN" altLang="en-US"/>
          </a:p>
        </p:txBody>
      </p:sp>
    </p:spTree>
    <p:extLst>
      <p:ext uri="{BB962C8B-B14F-4D97-AF65-F5344CB8AC3E}">
        <p14:creationId xmlns:p14="http://schemas.microsoft.com/office/powerpoint/2010/main" val="8995756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19</a:t>
            </a:fld>
            <a:endParaRPr lang="zh-CN" altLang="en-US"/>
          </a:p>
        </p:txBody>
      </p:sp>
    </p:spTree>
    <p:extLst>
      <p:ext uri="{BB962C8B-B14F-4D97-AF65-F5344CB8AC3E}">
        <p14:creationId xmlns:p14="http://schemas.microsoft.com/office/powerpoint/2010/main" val="798609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20</a:t>
            </a:fld>
            <a:endParaRPr lang="zh-CN" altLang="en-US"/>
          </a:p>
        </p:txBody>
      </p:sp>
    </p:spTree>
    <p:extLst>
      <p:ext uri="{BB962C8B-B14F-4D97-AF65-F5344CB8AC3E}">
        <p14:creationId xmlns:p14="http://schemas.microsoft.com/office/powerpoint/2010/main" val="8151931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21</a:t>
            </a:fld>
            <a:endParaRPr lang="zh-CN" altLang="en-US"/>
          </a:p>
        </p:txBody>
      </p:sp>
    </p:spTree>
    <p:extLst>
      <p:ext uri="{BB962C8B-B14F-4D97-AF65-F5344CB8AC3E}">
        <p14:creationId xmlns:p14="http://schemas.microsoft.com/office/powerpoint/2010/main" val="37637066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22</a:t>
            </a:fld>
            <a:endParaRPr lang="zh-CN" altLang="en-US"/>
          </a:p>
        </p:txBody>
      </p:sp>
    </p:spTree>
    <p:extLst>
      <p:ext uri="{BB962C8B-B14F-4D97-AF65-F5344CB8AC3E}">
        <p14:creationId xmlns:p14="http://schemas.microsoft.com/office/powerpoint/2010/main" val="33535137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23</a:t>
            </a:fld>
            <a:endParaRPr lang="zh-CN" altLang="en-US"/>
          </a:p>
        </p:txBody>
      </p:sp>
    </p:spTree>
    <p:extLst>
      <p:ext uri="{BB962C8B-B14F-4D97-AF65-F5344CB8AC3E}">
        <p14:creationId xmlns:p14="http://schemas.microsoft.com/office/powerpoint/2010/main" val="22188665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24</a:t>
            </a:fld>
            <a:endParaRPr lang="zh-CN" altLang="en-US"/>
          </a:p>
        </p:txBody>
      </p:sp>
    </p:spTree>
    <p:extLst>
      <p:ext uri="{BB962C8B-B14F-4D97-AF65-F5344CB8AC3E}">
        <p14:creationId xmlns:p14="http://schemas.microsoft.com/office/powerpoint/2010/main" val="28928738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27</a:t>
            </a:fld>
            <a:endParaRPr lang="zh-CN" altLang="en-US"/>
          </a:p>
        </p:txBody>
      </p:sp>
    </p:spTree>
    <p:extLst>
      <p:ext uri="{BB962C8B-B14F-4D97-AF65-F5344CB8AC3E}">
        <p14:creationId xmlns:p14="http://schemas.microsoft.com/office/powerpoint/2010/main" val="3422666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28</a:t>
            </a:fld>
            <a:endParaRPr lang="zh-CN" altLang="en-US"/>
          </a:p>
        </p:txBody>
      </p:sp>
    </p:spTree>
    <p:extLst>
      <p:ext uri="{BB962C8B-B14F-4D97-AF65-F5344CB8AC3E}">
        <p14:creationId xmlns:p14="http://schemas.microsoft.com/office/powerpoint/2010/main" val="18699500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29</a:t>
            </a:fld>
            <a:endParaRPr lang="zh-CN" altLang="en-US"/>
          </a:p>
        </p:txBody>
      </p:sp>
    </p:spTree>
    <p:extLst>
      <p:ext uri="{BB962C8B-B14F-4D97-AF65-F5344CB8AC3E}">
        <p14:creationId xmlns:p14="http://schemas.microsoft.com/office/powerpoint/2010/main" val="2979394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A19558-A790-4CCF-AF9A-24308C198F34}" type="slidenum">
              <a:rPr lang="zh-CN" altLang="en-US" smtClean="0"/>
              <a:t>30</a:t>
            </a:fld>
            <a:endParaRPr lang="zh-CN" altLang="en-US"/>
          </a:p>
        </p:txBody>
      </p:sp>
    </p:spTree>
    <p:extLst>
      <p:ext uri="{BB962C8B-B14F-4D97-AF65-F5344CB8AC3E}">
        <p14:creationId xmlns:p14="http://schemas.microsoft.com/office/powerpoint/2010/main" val="2243971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1351984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3827800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3124119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1725376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3253066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CC826C0-84FF-4C7E-BD18-B8E3DDFD541A}" type="slidenum">
              <a:rPr lang="zh-CN" altLang="en-US" smtClean="0"/>
              <a:t>‹#›</a:t>
            </a:fld>
            <a:endParaRPr lang="zh-CN" altLang="en-US"/>
          </a:p>
        </p:txBody>
      </p:sp>
      <p:sp>
        <p:nvSpPr>
          <p:cNvPr id="6" name="Date Placeholder 1">
            <a:extLst>
              <a:ext uri="{FF2B5EF4-FFF2-40B4-BE49-F238E27FC236}">
                <a16:creationId xmlns:a16="http://schemas.microsoft.com/office/drawing/2014/main" id="{826181A6-833F-4EF9-BBFF-E1D874D66AD7}"/>
              </a:ext>
            </a:extLst>
          </p:cNvPr>
          <p:cNvSpPr txBox="1">
            <a:spLocks/>
          </p:cNvSpPr>
          <p:nvPr userDrawn="1"/>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304BB55-D857-4DC2-BCE4-F4ABBC81323A}" type="datetimeFigureOut">
              <a:rPr lang="zh-CN" altLang="en-US" smtClean="0"/>
              <a:pPr/>
              <a:t>2024/9/25</a:t>
            </a:fld>
            <a:endParaRPr lang="zh-CN" altLang="en-US"/>
          </a:p>
        </p:txBody>
      </p:sp>
      <p:sp>
        <p:nvSpPr>
          <p:cNvPr id="7" name="Slide Number Placeholder 3">
            <a:extLst>
              <a:ext uri="{FF2B5EF4-FFF2-40B4-BE49-F238E27FC236}">
                <a16:creationId xmlns:a16="http://schemas.microsoft.com/office/drawing/2014/main" id="{6052B797-EFA6-4E61-A2A2-96479E9D017B}"/>
              </a:ext>
            </a:extLst>
          </p:cNvPr>
          <p:cNvSpPr txBox="1">
            <a:spLocks/>
          </p:cNvSpPr>
          <p:nvPr userDrawn="1"/>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CC826C0-84FF-4C7E-BD18-B8E3DDFD541A}" type="slidenum">
              <a:rPr lang="zh-CN" altLang="en-US" smtClean="0"/>
              <a:pPr/>
              <a:t>‹#›</a:t>
            </a:fld>
            <a:endParaRPr lang="zh-CN" altLang="en-US"/>
          </a:p>
        </p:txBody>
      </p:sp>
      <p:grpSp>
        <p:nvGrpSpPr>
          <p:cNvPr id="8" name="组合 7">
            <a:extLst>
              <a:ext uri="{FF2B5EF4-FFF2-40B4-BE49-F238E27FC236}">
                <a16:creationId xmlns:a16="http://schemas.microsoft.com/office/drawing/2014/main" id="{A21AF78D-3196-48F1-A12A-514DAC24B7A8}"/>
              </a:ext>
            </a:extLst>
          </p:cNvPr>
          <p:cNvGrpSpPr/>
          <p:nvPr userDrawn="1"/>
        </p:nvGrpSpPr>
        <p:grpSpPr>
          <a:xfrm flipH="1">
            <a:off x="0" y="0"/>
            <a:ext cx="9144000" cy="6858000"/>
            <a:chOff x="0" y="0"/>
            <a:chExt cx="9144000" cy="6858000"/>
          </a:xfrm>
        </p:grpSpPr>
        <p:pic>
          <p:nvPicPr>
            <p:cNvPr id="9" name="图片 8">
              <a:extLst>
                <a:ext uri="{FF2B5EF4-FFF2-40B4-BE49-F238E27FC236}">
                  <a16:creationId xmlns:a16="http://schemas.microsoft.com/office/drawing/2014/main" id="{C5245F98-6DE7-40D3-B432-891F3A6F4697}"/>
                </a:ext>
              </a:extLst>
            </p:cNvPr>
            <p:cNvPicPr>
              <a:picLocks noChangeAspect="1"/>
            </p:cNvPicPr>
            <p:nvPr userDrawn="1"/>
          </p:nvPicPr>
          <p:blipFill>
            <a:blip r:embed="rId2"/>
            <a:srcRect l="48021"/>
            <a:stretch>
              <a:fillRect/>
            </a:stretch>
          </p:blipFill>
          <p:spPr>
            <a:xfrm>
              <a:off x="2806700" y="0"/>
              <a:ext cx="6337300" cy="6858000"/>
            </a:xfrm>
            <a:custGeom>
              <a:avLst/>
              <a:gdLst>
                <a:gd name="connsiteX0" fmla="*/ 0 w 6337300"/>
                <a:gd name="connsiteY0" fmla="*/ 0 h 6858000"/>
                <a:gd name="connsiteX1" fmla="*/ 6337300 w 6337300"/>
                <a:gd name="connsiteY1" fmla="*/ 0 h 6858000"/>
                <a:gd name="connsiteX2" fmla="*/ 6337300 w 6337300"/>
                <a:gd name="connsiteY2" fmla="*/ 6858000 h 6858000"/>
                <a:gd name="connsiteX3" fmla="*/ 0 w 6337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37300" h="6858000">
                  <a:moveTo>
                    <a:pt x="0" y="0"/>
                  </a:moveTo>
                  <a:lnTo>
                    <a:pt x="6337300" y="0"/>
                  </a:lnTo>
                  <a:lnTo>
                    <a:pt x="6337300" y="6858000"/>
                  </a:lnTo>
                  <a:lnTo>
                    <a:pt x="0" y="6858000"/>
                  </a:lnTo>
                  <a:close/>
                </a:path>
              </a:pathLst>
            </a:custGeom>
          </p:spPr>
        </p:pic>
        <p:pic>
          <p:nvPicPr>
            <p:cNvPr id="10" name="图片 9">
              <a:extLst>
                <a:ext uri="{FF2B5EF4-FFF2-40B4-BE49-F238E27FC236}">
                  <a16:creationId xmlns:a16="http://schemas.microsoft.com/office/drawing/2014/main" id="{C4C63EC6-B16D-41D5-8C04-085897573512}"/>
                </a:ext>
              </a:extLst>
            </p:cNvPr>
            <p:cNvPicPr>
              <a:picLocks noChangeAspect="1"/>
            </p:cNvPicPr>
            <p:nvPr userDrawn="1"/>
          </p:nvPicPr>
          <p:blipFill>
            <a:blip r:embed="rId2"/>
            <a:srcRect r="58958"/>
            <a:stretch>
              <a:fillRect/>
            </a:stretch>
          </p:blipFill>
          <p:spPr>
            <a:xfrm>
              <a:off x="0" y="0"/>
              <a:ext cx="5003800" cy="6858000"/>
            </a:xfrm>
            <a:custGeom>
              <a:avLst/>
              <a:gdLst>
                <a:gd name="connsiteX0" fmla="*/ 0 w 5003800"/>
                <a:gd name="connsiteY0" fmla="*/ 0 h 6858000"/>
                <a:gd name="connsiteX1" fmla="*/ 5003800 w 5003800"/>
                <a:gd name="connsiteY1" fmla="*/ 0 h 6858000"/>
                <a:gd name="connsiteX2" fmla="*/ 5003800 w 5003800"/>
                <a:gd name="connsiteY2" fmla="*/ 6858000 h 6858000"/>
                <a:gd name="connsiteX3" fmla="*/ 0 w 5003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03800" h="6858000">
                  <a:moveTo>
                    <a:pt x="0" y="0"/>
                  </a:moveTo>
                  <a:lnTo>
                    <a:pt x="5003800" y="0"/>
                  </a:lnTo>
                  <a:lnTo>
                    <a:pt x="5003800" y="6858000"/>
                  </a:lnTo>
                  <a:lnTo>
                    <a:pt x="0" y="6858000"/>
                  </a:lnTo>
                  <a:close/>
                </a:path>
              </a:pathLst>
            </a:custGeom>
          </p:spPr>
        </p:pic>
      </p:grpSp>
    </p:spTree>
    <p:extLst>
      <p:ext uri="{BB962C8B-B14F-4D97-AF65-F5344CB8AC3E}">
        <p14:creationId xmlns:p14="http://schemas.microsoft.com/office/powerpoint/2010/main" val="727445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CC826C0-84FF-4C7E-BD18-B8E3DDFD541A}" type="slidenum">
              <a:rPr lang="zh-CN" altLang="en-US" smtClean="0"/>
              <a:t>‹#›</a:t>
            </a:fld>
            <a:endParaRPr lang="zh-CN" altLang="en-US"/>
          </a:p>
        </p:txBody>
      </p:sp>
      <p:grpSp>
        <p:nvGrpSpPr>
          <p:cNvPr id="12" name="组合 11">
            <a:extLst>
              <a:ext uri="{FF2B5EF4-FFF2-40B4-BE49-F238E27FC236}">
                <a16:creationId xmlns:a16="http://schemas.microsoft.com/office/drawing/2014/main" id="{C778921B-2EC7-42DD-9A1B-220931B54529}"/>
              </a:ext>
            </a:extLst>
          </p:cNvPr>
          <p:cNvGrpSpPr/>
          <p:nvPr userDrawn="1"/>
        </p:nvGrpSpPr>
        <p:grpSpPr>
          <a:xfrm flipH="1">
            <a:off x="0" y="0"/>
            <a:ext cx="9144000" cy="6858000"/>
            <a:chOff x="0" y="0"/>
            <a:chExt cx="9144000" cy="6858000"/>
          </a:xfrm>
        </p:grpSpPr>
        <p:pic>
          <p:nvPicPr>
            <p:cNvPr id="9" name="图片 8">
              <a:extLst>
                <a:ext uri="{FF2B5EF4-FFF2-40B4-BE49-F238E27FC236}">
                  <a16:creationId xmlns:a16="http://schemas.microsoft.com/office/drawing/2014/main" id="{0AC83486-E39E-4D3B-ACB9-79A787720B33}"/>
                </a:ext>
              </a:extLst>
            </p:cNvPr>
            <p:cNvPicPr>
              <a:picLocks noChangeAspect="1"/>
            </p:cNvPicPr>
            <p:nvPr userDrawn="1"/>
          </p:nvPicPr>
          <p:blipFill>
            <a:blip r:embed="rId2"/>
            <a:srcRect l="48021"/>
            <a:stretch>
              <a:fillRect/>
            </a:stretch>
          </p:blipFill>
          <p:spPr>
            <a:xfrm>
              <a:off x="2806700" y="0"/>
              <a:ext cx="6337300" cy="6858000"/>
            </a:xfrm>
            <a:custGeom>
              <a:avLst/>
              <a:gdLst>
                <a:gd name="connsiteX0" fmla="*/ 0 w 6337300"/>
                <a:gd name="connsiteY0" fmla="*/ 0 h 6858000"/>
                <a:gd name="connsiteX1" fmla="*/ 6337300 w 6337300"/>
                <a:gd name="connsiteY1" fmla="*/ 0 h 6858000"/>
                <a:gd name="connsiteX2" fmla="*/ 6337300 w 6337300"/>
                <a:gd name="connsiteY2" fmla="*/ 6858000 h 6858000"/>
                <a:gd name="connsiteX3" fmla="*/ 0 w 6337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37300" h="6858000">
                  <a:moveTo>
                    <a:pt x="0" y="0"/>
                  </a:moveTo>
                  <a:lnTo>
                    <a:pt x="6337300" y="0"/>
                  </a:lnTo>
                  <a:lnTo>
                    <a:pt x="6337300" y="6858000"/>
                  </a:lnTo>
                  <a:lnTo>
                    <a:pt x="0" y="6858000"/>
                  </a:lnTo>
                  <a:close/>
                </a:path>
              </a:pathLst>
            </a:custGeom>
          </p:spPr>
        </p:pic>
        <p:pic>
          <p:nvPicPr>
            <p:cNvPr id="11" name="图片 10">
              <a:extLst>
                <a:ext uri="{FF2B5EF4-FFF2-40B4-BE49-F238E27FC236}">
                  <a16:creationId xmlns:a16="http://schemas.microsoft.com/office/drawing/2014/main" id="{94ACE7B7-3A3C-47F5-963F-BC16C146EAC8}"/>
                </a:ext>
              </a:extLst>
            </p:cNvPr>
            <p:cNvPicPr>
              <a:picLocks noChangeAspect="1"/>
            </p:cNvPicPr>
            <p:nvPr userDrawn="1"/>
          </p:nvPicPr>
          <p:blipFill>
            <a:blip r:embed="rId2"/>
            <a:srcRect r="58958"/>
            <a:stretch>
              <a:fillRect/>
            </a:stretch>
          </p:blipFill>
          <p:spPr>
            <a:xfrm>
              <a:off x="0" y="0"/>
              <a:ext cx="5003800" cy="6858000"/>
            </a:xfrm>
            <a:custGeom>
              <a:avLst/>
              <a:gdLst>
                <a:gd name="connsiteX0" fmla="*/ 0 w 5003800"/>
                <a:gd name="connsiteY0" fmla="*/ 0 h 6858000"/>
                <a:gd name="connsiteX1" fmla="*/ 5003800 w 5003800"/>
                <a:gd name="connsiteY1" fmla="*/ 0 h 6858000"/>
                <a:gd name="connsiteX2" fmla="*/ 5003800 w 5003800"/>
                <a:gd name="connsiteY2" fmla="*/ 6858000 h 6858000"/>
                <a:gd name="connsiteX3" fmla="*/ 0 w 5003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03800" h="6858000">
                  <a:moveTo>
                    <a:pt x="0" y="0"/>
                  </a:moveTo>
                  <a:lnTo>
                    <a:pt x="5003800" y="0"/>
                  </a:lnTo>
                  <a:lnTo>
                    <a:pt x="5003800" y="6858000"/>
                  </a:lnTo>
                  <a:lnTo>
                    <a:pt x="0" y="6858000"/>
                  </a:lnTo>
                  <a:close/>
                </a:path>
              </a:pathLst>
            </a:custGeom>
          </p:spPr>
        </p:pic>
      </p:grpSp>
      <p:sp>
        <p:nvSpPr>
          <p:cNvPr id="13" name="不完整圆 12">
            <a:extLst>
              <a:ext uri="{FF2B5EF4-FFF2-40B4-BE49-F238E27FC236}">
                <a16:creationId xmlns:a16="http://schemas.microsoft.com/office/drawing/2014/main" id="{9D56F5FD-A506-4820-A6E2-3C25E906C8A3}"/>
              </a:ext>
            </a:extLst>
          </p:cNvPr>
          <p:cNvSpPr/>
          <p:nvPr userDrawn="1"/>
        </p:nvSpPr>
        <p:spPr>
          <a:xfrm flipH="1">
            <a:off x="-206375" y="44450"/>
            <a:ext cx="542925" cy="901700"/>
          </a:xfrm>
          <a:prstGeom prst="pie">
            <a:avLst>
              <a:gd name="adj1" fmla="val 5439513"/>
              <a:gd name="adj2" fmla="val 16200000"/>
            </a:avLst>
          </a:prstGeom>
          <a:solidFill>
            <a:srgbClr val="B6D4E6"/>
          </a:solidFill>
          <a:ln>
            <a:solidFill>
              <a:srgbClr val="CDE2ED"/>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6" name="文本占位符 15">
            <a:extLst>
              <a:ext uri="{FF2B5EF4-FFF2-40B4-BE49-F238E27FC236}">
                <a16:creationId xmlns:a16="http://schemas.microsoft.com/office/drawing/2014/main" id="{92870B82-0FA4-4792-95D4-B02B34DE8E68}"/>
              </a:ext>
            </a:extLst>
          </p:cNvPr>
          <p:cNvSpPr>
            <a:spLocks noGrp="1"/>
          </p:cNvSpPr>
          <p:nvPr>
            <p:ph type="body" sz="quarter" idx="13"/>
          </p:nvPr>
        </p:nvSpPr>
        <p:spPr>
          <a:xfrm>
            <a:off x="336550" y="187324"/>
            <a:ext cx="5137150" cy="711200"/>
          </a:xfrm>
        </p:spPr>
        <p:txBody>
          <a:bodyPr>
            <a:noAutofit/>
          </a:bodyPr>
          <a:lstStyle>
            <a:lvl1pPr marL="0" indent="0">
              <a:buNone/>
              <a:defRPr sz="4000" b="1">
                <a:solidFill>
                  <a:schemeClr val="accent1"/>
                </a:solidFill>
                <a:latin typeface="微软雅黑" panose="020B0503020204020204" pitchFamily="34" charset="-122"/>
                <a:ea typeface="微软雅黑" panose="020B0503020204020204" pitchFamily="34" charset="-122"/>
              </a:defRPr>
            </a:lvl1pPr>
            <a:lvl2pPr marL="457200" indent="0">
              <a:buNone/>
              <a:defRPr/>
            </a:lvl2pPr>
          </a:lstStyle>
          <a:p>
            <a:pPr lvl="0"/>
            <a:endParaRPr lang="zh-CN" altLang="en-US" dirty="0"/>
          </a:p>
        </p:txBody>
      </p:sp>
    </p:spTree>
    <p:extLst>
      <p:ext uri="{BB962C8B-B14F-4D97-AF65-F5344CB8AC3E}">
        <p14:creationId xmlns:p14="http://schemas.microsoft.com/office/powerpoint/2010/main" val="160149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CC826C0-84FF-4C7E-BD18-B8E3DDFD541A}" type="slidenum">
              <a:rPr lang="zh-CN" altLang="en-US" smtClean="0"/>
              <a:t>‹#›</a:t>
            </a:fld>
            <a:endParaRPr lang="zh-CN" altLang="en-US"/>
          </a:p>
        </p:txBody>
      </p:sp>
      <p:grpSp>
        <p:nvGrpSpPr>
          <p:cNvPr id="12" name="组合 11">
            <a:extLst>
              <a:ext uri="{FF2B5EF4-FFF2-40B4-BE49-F238E27FC236}">
                <a16:creationId xmlns:a16="http://schemas.microsoft.com/office/drawing/2014/main" id="{C778921B-2EC7-42DD-9A1B-220931B54529}"/>
              </a:ext>
            </a:extLst>
          </p:cNvPr>
          <p:cNvGrpSpPr/>
          <p:nvPr userDrawn="1"/>
        </p:nvGrpSpPr>
        <p:grpSpPr>
          <a:xfrm flipH="1">
            <a:off x="0" y="0"/>
            <a:ext cx="9144000" cy="6858000"/>
            <a:chOff x="0" y="0"/>
            <a:chExt cx="9144000" cy="6858000"/>
          </a:xfrm>
        </p:grpSpPr>
        <p:pic>
          <p:nvPicPr>
            <p:cNvPr id="9" name="图片 8">
              <a:extLst>
                <a:ext uri="{FF2B5EF4-FFF2-40B4-BE49-F238E27FC236}">
                  <a16:creationId xmlns:a16="http://schemas.microsoft.com/office/drawing/2014/main" id="{0AC83486-E39E-4D3B-ACB9-79A787720B33}"/>
                </a:ext>
              </a:extLst>
            </p:cNvPr>
            <p:cNvPicPr>
              <a:picLocks noChangeAspect="1"/>
            </p:cNvPicPr>
            <p:nvPr userDrawn="1"/>
          </p:nvPicPr>
          <p:blipFill>
            <a:blip r:embed="rId2"/>
            <a:srcRect l="48021"/>
            <a:stretch>
              <a:fillRect/>
            </a:stretch>
          </p:blipFill>
          <p:spPr>
            <a:xfrm>
              <a:off x="2806700" y="0"/>
              <a:ext cx="6337300" cy="6858000"/>
            </a:xfrm>
            <a:custGeom>
              <a:avLst/>
              <a:gdLst>
                <a:gd name="connsiteX0" fmla="*/ 0 w 6337300"/>
                <a:gd name="connsiteY0" fmla="*/ 0 h 6858000"/>
                <a:gd name="connsiteX1" fmla="*/ 6337300 w 6337300"/>
                <a:gd name="connsiteY1" fmla="*/ 0 h 6858000"/>
                <a:gd name="connsiteX2" fmla="*/ 6337300 w 6337300"/>
                <a:gd name="connsiteY2" fmla="*/ 6858000 h 6858000"/>
                <a:gd name="connsiteX3" fmla="*/ 0 w 6337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337300" h="6858000">
                  <a:moveTo>
                    <a:pt x="0" y="0"/>
                  </a:moveTo>
                  <a:lnTo>
                    <a:pt x="6337300" y="0"/>
                  </a:lnTo>
                  <a:lnTo>
                    <a:pt x="6337300" y="6858000"/>
                  </a:lnTo>
                  <a:lnTo>
                    <a:pt x="0" y="6858000"/>
                  </a:lnTo>
                  <a:close/>
                </a:path>
              </a:pathLst>
            </a:custGeom>
          </p:spPr>
        </p:pic>
        <p:pic>
          <p:nvPicPr>
            <p:cNvPr id="11" name="图片 10">
              <a:extLst>
                <a:ext uri="{FF2B5EF4-FFF2-40B4-BE49-F238E27FC236}">
                  <a16:creationId xmlns:a16="http://schemas.microsoft.com/office/drawing/2014/main" id="{94ACE7B7-3A3C-47F5-963F-BC16C146EAC8}"/>
                </a:ext>
              </a:extLst>
            </p:cNvPr>
            <p:cNvPicPr>
              <a:picLocks noChangeAspect="1"/>
            </p:cNvPicPr>
            <p:nvPr userDrawn="1"/>
          </p:nvPicPr>
          <p:blipFill>
            <a:blip r:embed="rId2"/>
            <a:srcRect r="58958"/>
            <a:stretch>
              <a:fillRect/>
            </a:stretch>
          </p:blipFill>
          <p:spPr>
            <a:xfrm>
              <a:off x="0" y="0"/>
              <a:ext cx="5003800" cy="6858000"/>
            </a:xfrm>
            <a:custGeom>
              <a:avLst/>
              <a:gdLst>
                <a:gd name="connsiteX0" fmla="*/ 0 w 5003800"/>
                <a:gd name="connsiteY0" fmla="*/ 0 h 6858000"/>
                <a:gd name="connsiteX1" fmla="*/ 5003800 w 5003800"/>
                <a:gd name="connsiteY1" fmla="*/ 0 h 6858000"/>
                <a:gd name="connsiteX2" fmla="*/ 5003800 w 5003800"/>
                <a:gd name="connsiteY2" fmla="*/ 6858000 h 6858000"/>
                <a:gd name="connsiteX3" fmla="*/ 0 w 5003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03800" h="6858000">
                  <a:moveTo>
                    <a:pt x="0" y="0"/>
                  </a:moveTo>
                  <a:lnTo>
                    <a:pt x="5003800" y="0"/>
                  </a:lnTo>
                  <a:lnTo>
                    <a:pt x="5003800" y="6858000"/>
                  </a:lnTo>
                  <a:lnTo>
                    <a:pt x="0" y="6858000"/>
                  </a:lnTo>
                  <a:close/>
                </a:path>
              </a:pathLst>
            </a:custGeom>
          </p:spPr>
        </p:pic>
      </p:grpSp>
      <p:sp>
        <p:nvSpPr>
          <p:cNvPr id="13" name="不完整圆 12">
            <a:extLst>
              <a:ext uri="{FF2B5EF4-FFF2-40B4-BE49-F238E27FC236}">
                <a16:creationId xmlns:a16="http://schemas.microsoft.com/office/drawing/2014/main" id="{9D56F5FD-A506-4820-A6E2-3C25E906C8A3}"/>
              </a:ext>
            </a:extLst>
          </p:cNvPr>
          <p:cNvSpPr/>
          <p:nvPr userDrawn="1"/>
        </p:nvSpPr>
        <p:spPr>
          <a:xfrm flipH="1">
            <a:off x="-206375" y="44450"/>
            <a:ext cx="542925" cy="901700"/>
          </a:xfrm>
          <a:prstGeom prst="pie">
            <a:avLst>
              <a:gd name="adj1" fmla="val 5439513"/>
              <a:gd name="adj2" fmla="val 16200000"/>
            </a:avLst>
          </a:prstGeom>
          <a:solidFill>
            <a:srgbClr val="B6D4E6"/>
          </a:solidFill>
          <a:ln>
            <a:solidFill>
              <a:srgbClr val="CDE2ED"/>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6" name="文本占位符 15">
            <a:extLst>
              <a:ext uri="{FF2B5EF4-FFF2-40B4-BE49-F238E27FC236}">
                <a16:creationId xmlns:a16="http://schemas.microsoft.com/office/drawing/2014/main" id="{92870B82-0FA4-4792-95D4-B02B34DE8E68}"/>
              </a:ext>
            </a:extLst>
          </p:cNvPr>
          <p:cNvSpPr>
            <a:spLocks noGrp="1"/>
          </p:cNvSpPr>
          <p:nvPr>
            <p:ph type="body" sz="quarter" idx="13"/>
          </p:nvPr>
        </p:nvSpPr>
        <p:spPr>
          <a:xfrm>
            <a:off x="336550" y="187324"/>
            <a:ext cx="5137150" cy="711200"/>
          </a:xfrm>
        </p:spPr>
        <p:txBody>
          <a:bodyPr>
            <a:noAutofit/>
          </a:bodyPr>
          <a:lstStyle>
            <a:lvl1pPr marL="0" indent="0">
              <a:buNone/>
              <a:defRPr sz="4000" b="1">
                <a:solidFill>
                  <a:schemeClr val="accent1"/>
                </a:solidFill>
                <a:latin typeface="微软雅黑" panose="020B0503020204020204" pitchFamily="34" charset="-122"/>
                <a:ea typeface="微软雅黑" panose="020B0503020204020204" pitchFamily="34" charset="-122"/>
              </a:defRPr>
            </a:lvl1pPr>
            <a:lvl2pPr marL="457200" indent="0">
              <a:buNone/>
              <a:defRPr/>
            </a:lvl2pPr>
          </a:lstStyle>
          <a:p>
            <a:pPr lvl="0"/>
            <a:endParaRPr lang="zh-CN" altLang="en-US" dirty="0"/>
          </a:p>
        </p:txBody>
      </p:sp>
      <p:sp>
        <p:nvSpPr>
          <p:cNvPr id="18" name="内容占位符 17">
            <a:extLst>
              <a:ext uri="{FF2B5EF4-FFF2-40B4-BE49-F238E27FC236}">
                <a16:creationId xmlns:a16="http://schemas.microsoft.com/office/drawing/2014/main" id="{0B6DD485-FAB8-4D89-987E-6A915545F90F}"/>
              </a:ext>
            </a:extLst>
          </p:cNvPr>
          <p:cNvSpPr>
            <a:spLocks noGrp="1"/>
          </p:cNvSpPr>
          <p:nvPr>
            <p:ph sz="quarter" idx="14"/>
          </p:nvPr>
        </p:nvSpPr>
        <p:spPr>
          <a:xfrm>
            <a:off x="350838" y="1085848"/>
            <a:ext cx="2457450" cy="603250"/>
          </a:xfrm>
        </p:spPr>
        <p:txBody>
          <a:bodyPr>
            <a:normAutofit/>
          </a:bodyPr>
          <a:lstStyle>
            <a:lvl1pPr marL="0" indent="0">
              <a:buNone/>
              <a:defRPr sz="2800" b="1" i="0">
                <a:latin typeface="微软雅黑" panose="020B0503020204020204" pitchFamily="34" charset="-122"/>
                <a:ea typeface="微软雅黑" panose="020B0503020204020204" pitchFamily="34" charset="-122"/>
              </a:defRPr>
            </a:lvl1pPr>
          </a:lstStyle>
          <a:p>
            <a:pPr lvl="0"/>
            <a:endParaRPr lang="zh-CN" altLang="en-US" dirty="0"/>
          </a:p>
        </p:txBody>
      </p:sp>
    </p:spTree>
    <p:extLst>
      <p:ext uri="{BB962C8B-B14F-4D97-AF65-F5344CB8AC3E}">
        <p14:creationId xmlns:p14="http://schemas.microsoft.com/office/powerpoint/2010/main" val="75221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498815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322194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1881479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304BB55-D857-4DC2-BCE4-F4ABBC81323A}" type="datetimeFigureOut">
              <a:rPr lang="zh-CN" altLang="en-US" smtClean="0"/>
              <a:t>2024/9/25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1494201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04BB55-D857-4DC2-BCE4-F4ABBC81323A}" type="datetimeFigureOut">
              <a:rPr lang="zh-CN" altLang="en-US" smtClean="0"/>
              <a:t>2024/9/25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C826C0-84FF-4C7E-BD18-B8E3DDFD541A}" type="slidenum">
              <a:rPr lang="zh-CN" altLang="en-US" smtClean="0"/>
              <a:t>‹#›</a:t>
            </a:fld>
            <a:endParaRPr lang="zh-CN" altLang="en-US"/>
          </a:p>
        </p:txBody>
      </p:sp>
    </p:spTree>
    <p:extLst>
      <p:ext uri="{BB962C8B-B14F-4D97-AF65-F5344CB8AC3E}">
        <p14:creationId xmlns:p14="http://schemas.microsoft.com/office/powerpoint/2010/main" val="36681079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2"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www.mooctest.ne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hyperlink" Target="https://so.csdn.net/so/search?q=%E6%95%B0%E7%BB%84&amp;spm=1001.2101.3001.7020"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image" Target="../media/image30.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193770" y="2777408"/>
            <a:ext cx="6756460" cy="710644"/>
          </a:xfrm>
          <a:prstGeom prst="rect">
            <a:avLst/>
          </a:prstGeom>
        </p:spPr>
        <p:txBody>
          <a:bodyPr vert="horz" wrap="square" lIns="0" tIns="0" rIns="0" bIns="0" rtlCol="0">
            <a:spAutoFit/>
          </a:bodyPr>
          <a:lstStyle/>
          <a:p>
            <a:pPr algn="ctr"/>
            <a:r>
              <a:rPr lang="zh-CN" altLang="en-US" sz="4618" spc="-97" dirty="0">
                <a:solidFill>
                  <a:srgbClr val="0076CB"/>
                </a:solidFill>
                <a:latin typeface="Times New Roman" panose="02020603050405020304" pitchFamily="18" charset="0"/>
                <a:ea typeface="微软雅黑" panose="020B0503020204020204" pitchFamily="34" charset="-122"/>
                <a:cs typeface="Microsoft YaHei UI" panose="020B0503020204020204" charset="-122"/>
                <a:sym typeface="Times New Roman" panose="02020603050405020304" pitchFamily="18" charset="0"/>
              </a:rPr>
              <a:t>开发者测试赛事培训</a:t>
            </a:r>
            <a:endParaRPr sz="4618" dirty="0">
              <a:latin typeface="Times New Roman" panose="02020603050405020304" pitchFamily="18" charset="0"/>
              <a:ea typeface="微软雅黑" panose="020B0503020204020204" pitchFamily="34" charset="-122"/>
              <a:cs typeface="Microsoft YaHei UI" panose="020B0503020204020204" charset="-122"/>
              <a:sym typeface="Times New Roman" panose="02020603050405020304" pitchFamily="18" charset="0"/>
            </a:endParaRPr>
          </a:p>
        </p:txBody>
      </p:sp>
      <p:pic>
        <p:nvPicPr>
          <p:cNvPr id="3" name="图片 2"/>
          <p:cNvPicPr>
            <a:picLocks noChangeAspect="1"/>
          </p:cNvPicPr>
          <p:nvPr/>
        </p:nvPicPr>
        <p:blipFill rotWithShape="1">
          <a:blip r:embed="rId3"/>
          <a:srcRect l="7244" r="831"/>
          <a:stretch>
            <a:fillRect/>
          </a:stretch>
        </p:blipFill>
        <p:spPr>
          <a:xfrm>
            <a:off x="2714" y="0"/>
            <a:ext cx="9141286" cy="902676"/>
          </a:xfrm>
          <a:prstGeom prst="rect">
            <a:avLst/>
          </a:prstGeom>
        </p:spPr>
      </p:pic>
      <p:sp>
        <p:nvSpPr>
          <p:cNvPr id="5" name="文本框 4"/>
          <p:cNvSpPr txBox="1"/>
          <p:nvPr/>
        </p:nvSpPr>
        <p:spPr>
          <a:xfrm>
            <a:off x="2552066" y="4536706"/>
            <a:ext cx="4039867"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南京慕测信息科技有限公司</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朱云峰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id="{7EE45E26-425A-44B2-B099-B52D6A1C648E}"/>
              </a:ext>
            </a:extLst>
          </p:cNvPr>
          <p:cNvSpPr txBox="1"/>
          <p:nvPr/>
        </p:nvSpPr>
        <p:spPr>
          <a:xfrm>
            <a:off x="0" y="2556803"/>
            <a:ext cx="3104002" cy="977265"/>
          </a:xfrm>
          <a:prstGeom prst="rect">
            <a:avLst/>
          </a:prstGeom>
          <a:ln/>
        </p:spPr>
        <p:txBody>
          <a:bodyPr vert="horz" wrap="square" lIns="91440" tIns="45720" rIns="91440" bIns="45720" rtlCol="0" anchor="ctr" anchorCtr="0">
            <a:normAutofit/>
          </a:bodyPr>
          <a:lstStyle/>
          <a:p>
            <a:pPr algn="ctr">
              <a:lnSpc>
                <a:spcPct val="100000"/>
              </a:lnSpc>
              <a:spcBef>
                <a:spcPts val="375"/>
              </a:spcBef>
            </a:pPr>
            <a:endParaRPr lang="en-US" sz="5400" b="1" dirty="0">
              <a:solidFill>
                <a:srgbClr val="1F1F1F">
                  <a:alpha val="100000"/>
                </a:srgbClr>
              </a:solidFill>
              <a:latin typeface="Microsoft Yahei"/>
              <a:ea typeface="Microsoft Yahei"/>
              <a:cs typeface="Microsoft Yahei"/>
            </a:endParaRPr>
          </a:p>
        </p:txBody>
      </p:sp>
      <p:cxnSp>
        <p:nvCxnSpPr>
          <p:cNvPr id="8" name="直接连接符 7">
            <a:extLst>
              <a:ext uri="{FF2B5EF4-FFF2-40B4-BE49-F238E27FC236}">
                <a16:creationId xmlns:a16="http://schemas.microsoft.com/office/drawing/2014/main" id="{BEE11D4A-766C-42DA-B0DA-BD354D74B793}"/>
              </a:ext>
            </a:extLst>
          </p:cNvPr>
          <p:cNvCxnSpPr>
            <a:cxnSpLocks/>
          </p:cNvCxnSpPr>
          <p:nvPr/>
        </p:nvCxnSpPr>
        <p:spPr>
          <a:xfrm>
            <a:off x="1846700" y="1925436"/>
            <a:ext cx="1295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7FD4B27-534C-42A5-A907-FB0FE14516A1}"/>
              </a:ext>
            </a:extLst>
          </p:cNvPr>
          <p:cNvCxnSpPr>
            <a:cxnSpLocks/>
          </p:cNvCxnSpPr>
          <p:nvPr/>
        </p:nvCxnSpPr>
        <p:spPr>
          <a:xfrm>
            <a:off x="1862014" y="3651312"/>
            <a:ext cx="1943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7C344E8-DA12-4141-90D3-2C52BD829F46}"/>
              </a:ext>
            </a:extLst>
          </p:cNvPr>
          <p:cNvCxnSpPr>
            <a:cxnSpLocks/>
          </p:cNvCxnSpPr>
          <p:nvPr/>
        </p:nvCxnSpPr>
        <p:spPr>
          <a:xfrm>
            <a:off x="1846700" y="5385293"/>
            <a:ext cx="188221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28F304D2-320B-4186-BA4E-F6DA1E3F877F}"/>
              </a:ext>
            </a:extLst>
          </p:cNvPr>
          <p:cNvGrpSpPr/>
          <p:nvPr/>
        </p:nvGrpSpPr>
        <p:grpSpPr>
          <a:xfrm>
            <a:off x="4037079" y="2836296"/>
            <a:ext cx="2197085" cy="1185408"/>
            <a:chOff x="7078563" y="2782669"/>
            <a:chExt cx="2197085" cy="1185408"/>
          </a:xfrm>
        </p:grpSpPr>
        <p:sp>
          <p:nvSpPr>
            <p:cNvPr id="12" name="文本框 11">
              <a:extLst>
                <a:ext uri="{FF2B5EF4-FFF2-40B4-BE49-F238E27FC236}">
                  <a16:creationId xmlns:a16="http://schemas.microsoft.com/office/drawing/2014/main" id="{47699294-748E-4E20-A049-069338D9D00F}"/>
                </a:ext>
              </a:extLst>
            </p:cNvPr>
            <p:cNvSpPr txBox="1"/>
            <p:nvPr/>
          </p:nvSpPr>
          <p:spPr>
            <a:xfrm>
              <a:off x="7087527" y="2782669"/>
              <a:ext cx="2034595" cy="646331"/>
            </a:xfrm>
            <a:prstGeom prst="rect">
              <a:avLst/>
            </a:prstGeom>
            <a:noFill/>
          </p:spPr>
          <p:txBody>
            <a:bodyPr wrap="square" rtlCol="0">
              <a:spAutoFit/>
            </a:bodyPr>
            <a:lstStyle/>
            <a:p>
              <a:pPr marL="800100" lvl="1" indent="-3429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环境搭建</a:t>
              </a:r>
              <a:endParaRPr lang="en-US" altLang="zh-CN" dirty="0">
                <a:latin typeface="微软雅黑" panose="020B0503020204020204" pitchFamily="34" charset="-122"/>
                <a:ea typeface="微软雅黑" panose="020B0503020204020204" pitchFamily="34" charset="-122"/>
              </a:endParaRPr>
            </a:p>
            <a:p>
              <a:pPr marL="800100" lvl="1" indent="-3429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做题环境</a:t>
              </a:r>
              <a:endParaRPr lang="en-US" altLang="zh-CN"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653E8F7B-8A2A-4B70-A6A1-281090703572}"/>
                </a:ext>
              </a:extLst>
            </p:cNvPr>
            <p:cNvSpPr txBox="1"/>
            <p:nvPr/>
          </p:nvSpPr>
          <p:spPr>
            <a:xfrm>
              <a:off x="7078563" y="3321746"/>
              <a:ext cx="2197085" cy="646331"/>
            </a:xfrm>
            <a:prstGeom prst="rect">
              <a:avLst/>
            </a:prstGeom>
            <a:noFill/>
          </p:spPr>
          <p:txBody>
            <a:bodyPr wrap="square">
              <a:spAutoFit/>
            </a:bodyPr>
            <a:lstStyle/>
            <a:p>
              <a:pPr marL="800100" lvl="1" indent="-3429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得分说明</a:t>
              </a:r>
              <a:endParaRPr lang="en-US" altLang="zh-CN" dirty="0">
                <a:latin typeface="微软雅黑" panose="020B0503020204020204" pitchFamily="34" charset="-122"/>
                <a:ea typeface="微软雅黑" panose="020B0503020204020204" pitchFamily="34" charset="-122"/>
              </a:endParaRPr>
            </a:p>
            <a:p>
              <a:pPr marL="800100" lvl="1" indent="-3429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注意事项</a:t>
              </a:r>
              <a:endParaRPr lang="en-US" altLang="zh-CN" dirty="0">
                <a:latin typeface="微软雅黑" panose="020B0503020204020204" pitchFamily="34" charset="-122"/>
                <a:ea typeface="微软雅黑" panose="020B0503020204020204" pitchFamily="34" charset="-122"/>
              </a:endParaRPr>
            </a:p>
          </p:txBody>
        </p:sp>
      </p:grpSp>
      <p:sp>
        <p:nvSpPr>
          <p:cNvPr id="17" name="TextBox 10">
            <a:extLst>
              <a:ext uri="{FF2B5EF4-FFF2-40B4-BE49-F238E27FC236}">
                <a16:creationId xmlns:a16="http://schemas.microsoft.com/office/drawing/2014/main" id="{211F215A-53C8-4EF4-B604-950765B2CBD5}"/>
              </a:ext>
            </a:extLst>
          </p:cNvPr>
          <p:cNvSpPr txBox="1"/>
          <p:nvPr/>
        </p:nvSpPr>
        <p:spPr>
          <a:xfrm>
            <a:off x="949397" y="1365139"/>
            <a:ext cx="849630" cy="4819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2400" dirty="0">
                <a:solidFill>
                  <a:schemeClr val="accent1">
                    <a:alpha val="100000"/>
                  </a:schemeClr>
                </a:solidFill>
                <a:latin typeface="Microsoft Yahei"/>
                <a:ea typeface="Microsoft Yahei"/>
                <a:cs typeface="Microsoft Yahei"/>
              </a:rPr>
              <a:t>01</a:t>
            </a:r>
          </a:p>
        </p:txBody>
      </p:sp>
      <p:sp>
        <p:nvSpPr>
          <p:cNvPr id="18" name="TextBox 11">
            <a:extLst>
              <a:ext uri="{FF2B5EF4-FFF2-40B4-BE49-F238E27FC236}">
                <a16:creationId xmlns:a16="http://schemas.microsoft.com/office/drawing/2014/main" id="{C2B74B8A-1E2C-404F-A357-5B96072664EC}"/>
              </a:ext>
            </a:extLst>
          </p:cNvPr>
          <p:cNvSpPr txBox="1"/>
          <p:nvPr/>
        </p:nvSpPr>
        <p:spPr>
          <a:xfrm>
            <a:off x="949397" y="3103715"/>
            <a:ext cx="849630" cy="4819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Microsoft Yahei"/>
                <a:ea typeface="Microsoft Yahei"/>
                <a:cs typeface="Microsoft Yahei"/>
              </a:rPr>
              <a:t>02</a:t>
            </a:r>
          </a:p>
        </p:txBody>
      </p:sp>
      <p:sp>
        <p:nvSpPr>
          <p:cNvPr id="19" name="TextBox 12">
            <a:extLst>
              <a:ext uri="{FF2B5EF4-FFF2-40B4-BE49-F238E27FC236}">
                <a16:creationId xmlns:a16="http://schemas.microsoft.com/office/drawing/2014/main" id="{4E58058E-2766-4E53-A1C7-2EB3218311A1}"/>
              </a:ext>
            </a:extLst>
          </p:cNvPr>
          <p:cNvSpPr txBox="1"/>
          <p:nvPr/>
        </p:nvSpPr>
        <p:spPr>
          <a:xfrm>
            <a:off x="949397" y="4824996"/>
            <a:ext cx="849630" cy="481965"/>
          </a:xfrm>
          <a:prstGeom prst="rect">
            <a:avLst/>
          </a:prstGeom>
          <a:ln/>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Microsoft Yahei"/>
                <a:ea typeface="Microsoft Yahei"/>
                <a:cs typeface="Microsoft Yahei"/>
              </a:rPr>
              <a:t>03</a:t>
            </a:r>
          </a:p>
        </p:txBody>
      </p:sp>
      <p:sp>
        <p:nvSpPr>
          <p:cNvPr id="20" name="AutoShape 13">
            <a:extLst>
              <a:ext uri="{FF2B5EF4-FFF2-40B4-BE49-F238E27FC236}">
                <a16:creationId xmlns:a16="http://schemas.microsoft.com/office/drawing/2014/main" id="{04A71752-E270-4A87-A588-57D4F813C05D}"/>
              </a:ext>
            </a:extLst>
          </p:cNvPr>
          <p:cNvSpPr/>
          <p:nvPr/>
        </p:nvSpPr>
        <p:spPr>
          <a:xfrm>
            <a:off x="1054897" y="1286807"/>
            <a:ext cx="638629" cy="638629"/>
          </a:xfrm>
          <a:prstGeom prst="rect">
            <a:avLst/>
          </a:prstGeom>
          <a:noFill/>
          <a:ln w="19050">
            <a:solidFill>
              <a:schemeClr val="accent1">
                <a:alpha val="100000"/>
              </a:schemeClr>
            </a:solidFill>
            <a:prstDash val="solid"/>
          </a:ln>
        </p:spPr>
      </p:sp>
      <p:sp>
        <p:nvSpPr>
          <p:cNvPr id="21" name="AutoShape 14">
            <a:extLst>
              <a:ext uri="{FF2B5EF4-FFF2-40B4-BE49-F238E27FC236}">
                <a16:creationId xmlns:a16="http://schemas.microsoft.com/office/drawing/2014/main" id="{ACE965CF-A531-4AC8-B35F-0E01FAF54CC1}"/>
              </a:ext>
            </a:extLst>
          </p:cNvPr>
          <p:cNvSpPr/>
          <p:nvPr/>
        </p:nvSpPr>
        <p:spPr>
          <a:xfrm>
            <a:off x="1054897" y="3016736"/>
            <a:ext cx="638629" cy="638629"/>
          </a:xfrm>
          <a:prstGeom prst="rect">
            <a:avLst/>
          </a:prstGeom>
          <a:noFill/>
          <a:ln w="19050">
            <a:solidFill>
              <a:schemeClr val="accent1">
                <a:alpha val="100000"/>
              </a:schemeClr>
            </a:solidFill>
            <a:prstDash val="solid"/>
          </a:ln>
        </p:spPr>
      </p:sp>
      <p:sp>
        <p:nvSpPr>
          <p:cNvPr id="22" name="AutoShape 15">
            <a:extLst>
              <a:ext uri="{FF2B5EF4-FFF2-40B4-BE49-F238E27FC236}">
                <a16:creationId xmlns:a16="http://schemas.microsoft.com/office/drawing/2014/main" id="{E0827A2B-2731-4751-9F1D-E84B29F754C2}"/>
              </a:ext>
            </a:extLst>
          </p:cNvPr>
          <p:cNvSpPr/>
          <p:nvPr/>
        </p:nvSpPr>
        <p:spPr>
          <a:xfrm>
            <a:off x="1054897" y="4746664"/>
            <a:ext cx="638629" cy="638629"/>
          </a:xfrm>
          <a:prstGeom prst="rect">
            <a:avLst/>
          </a:prstGeom>
          <a:noFill/>
          <a:ln w="19050">
            <a:solidFill>
              <a:schemeClr val="accent1">
                <a:alpha val="100000"/>
              </a:schemeClr>
            </a:solidFill>
            <a:prstDash val="solid"/>
          </a:ln>
        </p:spPr>
      </p:sp>
      <p:sp>
        <p:nvSpPr>
          <p:cNvPr id="23" name="文本框 22">
            <a:extLst>
              <a:ext uri="{FF2B5EF4-FFF2-40B4-BE49-F238E27FC236}">
                <a16:creationId xmlns:a16="http://schemas.microsoft.com/office/drawing/2014/main" id="{5ACEC531-0603-4C3A-A6E3-7A4D2CAB3A85}"/>
              </a:ext>
            </a:extLst>
          </p:cNvPr>
          <p:cNvSpPr txBox="1"/>
          <p:nvPr/>
        </p:nvSpPr>
        <p:spPr>
          <a:xfrm>
            <a:off x="1799026" y="1351525"/>
            <a:ext cx="1625088"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大赛报名</a:t>
            </a:r>
            <a:endParaRPr lang="en-US" altLang="zh-CN" sz="2400" b="1"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F28DF6FF-5D61-4B87-B4E6-34747C042AC8}"/>
              </a:ext>
            </a:extLst>
          </p:cNvPr>
          <p:cNvSpPr txBox="1"/>
          <p:nvPr/>
        </p:nvSpPr>
        <p:spPr>
          <a:xfrm>
            <a:off x="1766760" y="3164753"/>
            <a:ext cx="2197085"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测试流程</a:t>
            </a:r>
            <a:endParaRPr lang="en-US" altLang="zh-CN" sz="2400" b="1"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5B955E50-6433-4E02-9DF1-37375F024FDA}"/>
              </a:ext>
            </a:extLst>
          </p:cNvPr>
          <p:cNvSpPr txBox="1"/>
          <p:nvPr/>
        </p:nvSpPr>
        <p:spPr>
          <a:xfrm>
            <a:off x="1766760" y="4881312"/>
            <a:ext cx="2038354"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比赛建议</a:t>
            </a:r>
            <a:endParaRPr lang="en-US" altLang="zh-CN" sz="2400" b="1" dirty="0">
              <a:latin typeface="微软雅黑" panose="020B0503020204020204" pitchFamily="34" charset="-122"/>
              <a:ea typeface="微软雅黑" panose="020B0503020204020204" pitchFamily="34" charset="-122"/>
            </a:endParaRPr>
          </a:p>
        </p:txBody>
      </p:sp>
      <p:sp>
        <p:nvSpPr>
          <p:cNvPr id="5" name="文本占位符 4">
            <a:extLst>
              <a:ext uri="{FF2B5EF4-FFF2-40B4-BE49-F238E27FC236}">
                <a16:creationId xmlns:a16="http://schemas.microsoft.com/office/drawing/2014/main" id="{D38D0456-0B4E-4E2E-AB20-9939867F89EF}"/>
              </a:ext>
            </a:extLst>
          </p:cNvPr>
          <p:cNvSpPr>
            <a:spLocks noGrp="1"/>
          </p:cNvSpPr>
          <p:nvPr>
            <p:ph type="body" sz="quarter" idx="13"/>
          </p:nvPr>
        </p:nvSpPr>
        <p:spPr/>
        <p:txBody>
          <a:bodyPr/>
          <a:lstStyle/>
          <a:p>
            <a:r>
              <a:rPr lang="zh-CN" altLang="en-US"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EDA34C4-1796-4497-ADE9-83268953D5F4}"/>
              </a:ext>
            </a:extLst>
          </p:cNvPr>
          <p:cNvSpPr>
            <a:spLocks noGrp="1"/>
          </p:cNvSpPr>
          <p:nvPr>
            <p:ph type="body" sz="quarter" idx="13"/>
          </p:nvPr>
        </p:nvSpPr>
        <p:spPr/>
        <p:txBody>
          <a:bodyPr/>
          <a:lstStyle/>
          <a:p>
            <a:r>
              <a:rPr lang="zh-CN" altLang="en-US" dirty="0"/>
              <a:t>报名流程</a:t>
            </a:r>
          </a:p>
        </p:txBody>
      </p:sp>
      <p:pic>
        <p:nvPicPr>
          <p:cNvPr id="4" name="图片 3">
            <a:extLst>
              <a:ext uri="{FF2B5EF4-FFF2-40B4-BE49-F238E27FC236}">
                <a16:creationId xmlns:a16="http://schemas.microsoft.com/office/drawing/2014/main" id="{FA21FC79-4E2E-4927-92C0-070516413CFD}"/>
              </a:ext>
            </a:extLst>
          </p:cNvPr>
          <p:cNvPicPr>
            <a:picLocks noChangeAspect="1"/>
          </p:cNvPicPr>
          <p:nvPr/>
        </p:nvPicPr>
        <p:blipFill>
          <a:blip r:embed="rId3"/>
          <a:stretch>
            <a:fillRect/>
          </a:stretch>
        </p:blipFill>
        <p:spPr>
          <a:xfrm>
            <a:off x="3016971" y="1099770"/>
            <a:ext cx="5913455" cy="4898583"/>
          </a:xfrm>
          <a:prstGeom prst="rect">
            <a:avLst/>
          </a:prstGeom>
        </p:spPr>
      </p:pic>
      <p:sp>
        <p:nvSpPr>
          <p:cNvPr id="6" name="文本框 5">
            <a:extLst>
              <a:ext uri="{FF2B5EF4-FFF2-40B4-BE49-F238E27FC236}">
                <a16:creationId xmlns:a16="http://schemas.microsoft.com/office/drawing/2014/main" id="{5A2A396E-8FCA-4F91-A300-1C9EE6D98F54}"/>
              </a:ext>
            </a:extLst>
          </p:cNvPr>
          <p:cNvSpPr txBox="1"/>
          <p:nvPr/>
        </p:nvSpPr>
        <p:spPr>
          <a:xfrm>
            <a:off x="84869" y="1099770"/>
            <a:ext cx="2932102" cy="1289712"/>
          </a:xfrm>
          <a:prstGeom prst="rect">
            <a:avLst/>
          </a:prstGeom>
          <a:noFill/>
        </p:spPr>
        <p:txBody>
          <a:bodyPr wrap="square">
            <a:spAutoFit/>
          </a:bodyPr>
          <a:lstStyle/>
          <a:p>
            <a:pPr marR="74930" lvl="1">
              <a:lnSpc>
                <a:spcPct val="150000"/>
              </a:lnSpc>
              <a:spcBef>
                <a:spcPct val="0"/>
              </a:spcBef>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进入大赛官网</a:t>
            </a:r>
            <a:r>
              <a:rPr lang="en-US" altLang="zh-CN" sz="1800" b="1" dirty="0">
                <a:latin typeface="Times New Roman" panose="02020603050405020304" pitchFamily="18" charset="0"/>
                <a:ea typeface="微软雅黑" panose="020B0503020204020204" pitchFamily="34" charset="-122"/>
                <a:sym typeface="Times New Roman" panose="02020603050405020304" pitchFamily="18" charset="0"/>
                <a:hlinkClick r:id="rId4"/>
              </a:rPr>
              <a:t>www.mooctest.net</a:t>
            </a:r>
            <a:endParaRPr lang="en-US" altLang="zh-CN" sz="1800" b="1" dirty="0">
              <a:latin typeface="Times New Roman" panose="02020603050405020304" pitchFamily="18" charset="0"/>
              <a:ea typeface="微软雅黑" panose="020B0503020204020204" pitchFamily="34" charset="-122"/>
              <a:sym typeface="Times New Roman" panose="02020603050405020304" pitchFamily="18" charset="0"/>
            </a:endParaRPr>
          </a:p>
          <a:p>
            <a:pPr marR="74930" lvl="1">
              <a:lnSpc>
                <a:spcPct val="150000"/>
              </a:lnSpc>
              <a:spcBef>
                <a:spcPct val="0"/>
              </a:spcBef>
            </a:pP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登录账号，报名</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文本框 6">
            <a:extLst>
              <a:ext uri="{FF2B5EF4-FFF2-40B4-BE49-F238E27FC236}">
                <a16:creationId xmlns:a16="http://schemas.microsoft.com/office/drawing/2014/main" id="{F2BEC065-63E2-4704-B872-B93FC8F87400}"/>
              </a:ext>
            </a:extLst>
          </p:cNvPr>
          <p:cNvSpPr txBox="1"/>
          <p:nvPr/>
        </p:nvSpPr>
        <p:spPr>
          <a:xfrm>
            <a:off x="254606" y="2844225"/>
            <a:ext cx="2762365" cy="584775"/>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团体赛项</a:t>
            </a:r>
            <a:r>
              <a:rPr lang="zh-CN" altLang="en-US" sz="1600" b="1" dirty="0">
                <a:latin typeface="微软雅黑" panose="020B0503020204020204" pitchFamily="34" charset="-122"/>
                <a:ea typeface="微软雅黑" panose="020B0503020204020204" pitchFamily="34" charset="-122"/>
              </a:rPr>
              <a:t>仅限专科职高</a:t>
            </a:r>
            <a:r>
              <a:rPr lang="zh-CN" altLang="en-US" sz="1600" dirty="0">
                <a:latin typeface="微软雅黑" panose="020B0503020204020204" pitchFamily="34" charset="-122"/>
                <a:ea typeface="微软雅黑" panose="020B0503020204020204" pitchFamily="34" charset="-122"/>
              </a:rPr>
              <a:t>报名，</a:t>
            </a:r>
            <a:r>
              <a:rPr lang="zh-CN" altLang="en-US" sz="1600" dirty="0">
                <a:solidFill>
                  <a:srgbClr val="FF0000"/>
                </a:solidFill>
                <a:latin typeface="微软雅黑" panose="020B0503020204020204" pitchFamily="34" charset="-122"/>
                <a:ea typeface="微软雅黑" panose="020B0503020204020204" pitchFamily="34" charset="-122"/>
              </a:rPr>
              <a:t>若发现违规则取消团体成绩。</a:t>
            </a:r>
          </a:p>
        </p:txBody>
      </p:sp>
      <p:sp>
        <p:nvSpPr>
          <p:cNvPr id="8" name="文本框 7">
            <a:extLst>
              <a:ext uri="{FF2B5EF4-FFF2-40B4-BE49-F238E27FC236}">
                <a16:creationId xmlns:a16="http://schemas.microsoft.com/office/drawing/2014/main" id="{3BF95290-32E8-4D9F-BC6E-7FC7F03EEE33}"/>
              </a:ext>
            </a:extLst>
          </p:cNvPr>
          <p:cNvSpPr txBox="1"/>
          <p:nvPr/>
        </p:nvSpPr>
        <p:spPr>
          <a:xfrm>
            <a:off x="254606" y="3933022"/>
            <a:ext cx="2474903"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指导老师信息必须填报。</a:t>
            </a:r>
          </a:p>
        </p:txBody>
      </p:sp>
    </p:spTree>
    <p:extLst>
      <p:ext uri="{BB962C8B-B14F-4D97-AF65-F5344CB8AC3E}">
        <p14:creationId xmlns:p14="http://schemas.microsoft.com/office/powerpoint/2010/main" val="1726073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EDA34C4-1796-4497-ADE9-83268953D5F4}"/>
              </a:ext>
            </a:extLst>
          </p:cNvPr>
          <p:cNvSpPr>
            <a:spLocks noGrp="1"/>
          </p:cNvSpPr>
          <p:nvPr>
            <p:ph type="body" sz="quarter" idx="13"/>
          </p:nvPr>
        </p:nvSpPr>
        <p:spPr/>
        <p:txBody>
          <a:bodyPr/>
          <a:lstStyle/>
          <a:p>
            <a:r>
              <a:rPr lang="zh-CN" altLang="en-US" dirty="0"/>
              <a:t>报名流程</a:t>
            </a:r>
          </a:p>
        </p:txBody>
      </p:sp>
      <p:pic>
        <p:nvPicPr>
          <p:cNvPr id="4" name="图片 3">
            <a:extLst>
              <a:ext uri="{FF2B5EF4-FFF2-40B4-BE49-F238E27FC236}">
                <a16:creationId xmlns:a16="http://schemas.microsoft.com/office/drawing/2014/main" id="{38C17A9D-41C0-4FD1-B78B-8A17FEA68759}"/>
              </a:ext>
            </a:extLst>
          </p:cNvPr>
          <p:cNvPicPr>
            <a:picLocks noChangeAspect="1"/>
          </p:cNvPicPr>
          <p:nvPr/>
        </p:nvPicPr>
        <p:blipFill>
          <a:blip r:embed="rId3"/>
          <a:stretch>
            <a:fillRect/>
          </a:stretch>
        </p:blipFill>
        <p:spPr>
          <a:xfrm>
            <a:off x="283837" y="1246907"/>
            <a:ext cx="5421281" cy="5222335"/>
          </a:xfrm>
          <a:prstGeom prst="rect">
            <a:avLst/>
          </a:prstGeom>
        </p:spPr>
      </p:pic>
      <p:pic>
        <p:nvPicPr>
          <p:cNvPr id="8" name="图片 7">
            <a:extLst>
              <a:ext uri="{FF2B5EF4-FFF2-40B4-BE49-F238E27FC236}">
                <a16:creationId xmlns:a16="http://schemas.microsoft.com/office/drawing/2014/main" id="{D45BD695-433B-404E-9CCD-E755C49BD1CA}"/>
              </a:ext>
            </a:extLst>
          </p:cNvPr>
          <p:cNvPicPr>
            <a:picLocks noChangeAspect="1"/>
          </p:cNvPicPr>
          <p:nvPr/>
        </p:nvPicPr>
        <p:blipFill>
          <a:blip r:embed="rId4"/>
          <a:stretch>
            <a:fillRect/>
          </a:stretch>
        </p:blipFill>
        <p:spPr>
          <a:xfrm>
            <a:off x="3388360" y="1246907"/>
            <a:ext cx="2316758" cy="1145787"/>
          </a:xfrm>
          <a:prstGeom prst="rect">
            <a:avLst/>
          </a:prstGeom>
        </p:spPr>
      </p:pic>
      <p:sp>
        <p:nvSpPr>
          <p:cNvPr id="9" name="文本框 8">
            <a:extLst>
              <a:ext uri="{FF2B5EF4-FFF2-40B4-BE49-F238E27FC236}">
                <a16:creationId xmlns:a16="http://schemas.microsoft.com/office/drawing/2014/main" id="{F670F3E5-D290-4B58-97C4-05B375488CF8}"/>
              </a:ext>
            </a:extLst>
          </p:cNvPr>
          <p:cNvSpPr txBox="1"/>
          <p:nvPr/>
        </p:nvSpPr>
        <p:spPr>
          <a:xfrm>
            <a:off x="6060440" y="1645920"/>
            <a:ext cx="2387600" cy="830997"/>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首次注册需要填写个人信息。否则无法报名比赛。</a:t>
            </a:r>
          </a:p>
        </p:txBody>
      </p:sp>
      <p:sp>
        <p:nvSpPr>
          <p:cNvPr id="10" name="文本框 9">
            <a:extLst>
              <a:ext uri="{FF2B5EF4-FFF2-40B4-BE49-F238E27FC236}">
                <a16:creationId xmlns:a16="http://schemas.microsoft.com/office/drawing/2014/main" id="{73FE2E76-3EBF-4E6D-AD4A-E2774611EE16}"/>
              </a:ext>
            </a:extLst>
          </p:cNvPr>
          <p:cNvSpPr txBox="1"/>
          <p:nvPr/>
        </p:nvSpPr>
        <p:spPr>
          <a:xfrm>
            <a:off x="5999480" y="2934744"/>
            <a:ext cx="2387600" cy="1077218"/>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大赛开放期间，官网会发布比赛入口。</a:t>
            </a:r>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报名位置在官网首页的大赛列表处。</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20916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EDA34C4-1796-4497-ADE9-83268953D5F4}"/>
              </a:ext>
            </a:extLst>
          </p:cNvPr>
          <p:cNvSpPr>
            <a:spLocks noGrp="1"/>
          </p:cNvSpPr>
          <p:nvPr>
            <p:ph type="body" sz="quarter" idx="13"/>
          </p:nvPr>
        </p:nvSpPr>
        <p:spPr/>
        <p:txBody>
          <a:bodyPr/>
          <a:lstStyle/>
          <a:p>
            <a:r>
              <a:rPr lang="zh-CN" altLang="en-US" dirty="0"/>
              <a:t>测试流程</a:t>
            </a:r>
          </a:p>
        </p:txBody>
      </p:sp>
      <p:sp>
        <p:nvSpPr>
          <p:cNvPr id="4" name="文本框 3">
            <a:extLst>
              <a:ext uri="{FF2B5EF4-FFF2-40B4-BE49-F238E27FC236}">
                <a16:creationId xmlns:a16="http://schemas.microsoft.com/office/drawing/2014/main" id="{67A397F8-99F8-4681-89DE-BBB03FCB5B75}"/>
              </a:ext>
            </a:extLst>
          </p:cNvPr>
          <p:cNvSpPr txBox="1"/>
          <p:nvPr/>
        </p:nvSpPr>
        <p:spPr>
          <a:xfrm>
            <a:off x="843280" y="1773950"/>
            <a:ext cx="6918960" cy="3188180"/>
          </a:xfrm>
          <a:prstGeom prst="rect">
            <a:avLst/>
          </a:prstGeom>
          <a:noFill/>
        </p:spPr>
        <p:txBody>
          <a:bodyPr wrap="square">
            <a:spAutoFit/>
          </a:bodyPr>
          <a:lstStyle/>
          <a:p>
            <a:pPr marL="514350" marR="74930" indent="-514350">
              <a:lnSpc>
                <a:spcPct val="150000"/>
              </a:lnSpc>
              <a:spcBef>
                <a:spcPct val="0"/>
              </a:spcBef>
              <a:buFont typeface="+mj-lt"/>
              <a:buAutoNum type="arabicPeriod"/>
            </a:pP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环境配置</a:t>
            </a:r>
            <a:endParaRPr lang="en-US" altLang="zh-CN" dirty="0">
              <a:latin typeface="微软雅黑" panose="020B0503020204020204" pitchFamily="34" charset="-122"/>
              <a:ea typeface="微软雅黑" panose="020B0503020204020204" pitchFamily="34" charset="-122"/>
              <a:sym typeface="Times New Roman" panose="02020603050405020304" pitchFamily="18" charset="0"/>
            </a:endParaRPr>
          </a:p>
          <a:p>
            <a:pPr marR="74930" lvl="1">
              <a:lnSpc>
                <a:spcPct val="150000"/>
              </a:lnSpc>
              <a:spcBef>
                <a:spcPct val="0"/>
              </a:spcBef>
            </a:pP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配置本地比赛环境配置（</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Maven</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Eclipse</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等详见配置指南）</a:t>
            </a:r>
            <a:endParaRPr lang="en-US" altLang="zh-CN" sz="1600" dirty="0">
              <a:latin typeface="微软雅黑" panose="020B0503020204020204" pitchFamily="34" charset="-122"/>
              <a:ea typeface="微软雅黑" panose="020B0503020204020204" pitchFamily="34" charset="-122"/>
              <a:sym typeface="Times New Roman" panose="02020603050405020304" pitchFamily="18" charset="0"/>
            </a:endParaRPr>
          </a:p>
          <a:p>
            <a:pPr marL="514350" marR="74930" indent="-514350">
              <a:lnSpc>
                <a:spcPct val="150000"/>
              </a:lnSpc>
              <a:spcBef>
                <a:spcPct val="0"/>
              </a:spcBef>
              <a:buFont typeface="+mj-lt"/>
              <a:buAutoNum type="arabicPeriod"/>
            </a:pP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赛题下载</a:t>
            </a:r>
            <a:endParaRPr lang="en-US" altLang="zh-CN" dirty="0">
              <a:latin typeface="微软雅黑" panose="020B0503020204020204" pitchFamily="34" charset="-122"/>
              <a:ea typeface="微软雅黑" panose="020B0503020204020204" pitchFamily="34" charset="-122"/>
              <a:sym typeface="Times New Roman" panose="02020603050405020304" pitchFamily="18" charset="0"/>
            </a:endParaRPr>
          </a:p>
          <a:p>
            <a:pPr marR="74930" lvl="1">
              <a:lnSpc>
                <a:spcPct val="150000"/>
              </a:lnSpc>
              <a:spcBef>
                <a:spcPct val="0"/>
              </a:spcBef>
            </a:pP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进入比赛页面，选择试题</a:t>
            </a:r>
            <a:endParaRPr lang="en-US" altLang="zh-CN" sz="1600" dirty="0">
              <a:latin typeface="微软雅黑" panose="020B0503020204020204" pitchFamily="34" charset="-122"/>
              <a:ea typeface="微软雅黑" panose="020B0503020204020204" pitchFamily="34" charset="-122"/>
              <a:sym typeface="Times New Roman" panose="02020603050405020304" pitchFamily="18" charset="0"/>
            </a:endParaRPr>
          </a:p>
          <a:p>
            <a:pPr marL="514350" marR="74930" indent="-514350">
              <a:lnSpc>
                <a:spcPct val="150000"/>
              </a:lnSpc>
              <a:spcBef>
                <a:spcPct val="0"/>
              </a:spcBef>
              <a:buFont typeface="+mj-lt"/>
              <a:buAutoNum type="arabicPeriod"/>
            </a:pP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测试编写</a:t>
            </a:r>
            <a:endParaRPr lang="en-US" altLang="zh-CN" dirty="0">
              <a:latin typeface="微软雅黑" panose="020B0503020204020204" pitchFamily="34" charset="-122"/>
              <a:ea typeface="微软雅黑" panose="020B0503020204020204" pitchFamily="34" charset="-122"/>
              <a:sym typeface="Times New Roman" panose="02020603050405020304" pitchFamily="18" charset="0"/>
            </a:endParaRPr>
          </a:p>
          <a:p>
            <a:pPr marR="74930" lvl="1">
              <a:lnSpc>
                <a:spcPct val="150000"/>
              </a:lnSpc>
              <a:spcBef>
                <a:spcPct val="0"/>
              </a:spcBef>
            </a:pP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编写单元测试用例，运行评估</a:t>
            </a:r>
            <a:endParaRPr lang="en-US" altLang="zh-CN" sz="1600" dirty="0">
              <a:latin typeface="微软雅黑" panose="020B0503020204020204" pitchFamily="34" charset="-122"/>
              <a:ea typeface="微软雅黑" panose="020B0503020204020204" pitchFamily="34" charset="-122"/>
              <a:sym typeface="Times New Roman" panose="02020603050405020304" pitchFamily="18" charset="0"/>
            </a:endParaRPr>
          </a:p>
          <a:p>
            <a:pPr marL="514350" marR="74930" indent="-514350">
              <a:lnSpc>
                <a:spcPct val="150000"/>
              </a:lnSpc>
              <a:spcBef>
                <a:spcPct val="0"/>
              </a:spcBef>
              <a:buFont typeface="+mj-lt"/>
              <a:buAutoNum type="arabicPeriod"/>
            </a:pP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提交运行</a:t>
            </a:r>
            <a:endParaRPr lang="en-US" altLang="zh-CN" dirty="0">
              <a:latin typeface="微软雅黑" panose="020B0503020204020204" pitchFamily="34" charset="-122"/>
              <a:ea typeface="微软雅黑" panose="020B0503020204020204" pitchFamily="34" charset="-122"/>
              <a:sym typeface="Times New Roman" panose="02020603050405020304" pitchFamily="18" charset="0"/>
            </a:endParaRPr>
          </a:p>
          <a:p>
            <a:pPr marR="74930" lvl="1">
              <a:lnSpc>
                <a:spcPct val="150000"/>
              </a:lnSpc>
              <a:spcBef>
                <a:spcPct val="0"/>
              </a:spcBef>
            </a:pP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查看结果</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3015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EDA34C4-1796-4497-ADE9-83268953D5F4}"/>
              </a:ext>
            </a:extLst>
          </p:cNvPr>
          <p:cNvSpPr>
            <a:spLocks noGrp="1"/>
          </p:cNvSpPr>
          <p:nvPr>
            <p:ph type="body" sz="quarter" idx="13"/>
          </p:nvPr>
        </p:nvSpPr>
        <p:spPr/>
        <p:txBody>
          <a:bodyPr/>
          <a:lstStyle/>
          <a:p>
            <a:r>
              <a:rPr lang="zh-CN" altLang="en-US" dirty="0"/>
              <a:t>测试流程</a:t>
            </a:r>
            <a:r>
              <a:rPr lang="en-US" altLang="zh-CN" dirty="0"/>
              <a:t>-</a:t>
            </a:r>
            <a:r>
              <a:rPr lang="zh-CN" altLang="en-US" dirty="0"/>
              <a:t>环境配置</a:t>
            </a:r>
          </a:p>
        </p:txBody>
      </p:sp>
      <p:sp>
        <p:nvSpPr>
          <p:cNvPr id="4" name="文本框 3">
            <a:extLst>
              <a:ext uri="{FF2B5EF4-FFF2-40B4-BE49-F238E27FC236}">
                <a16:creationId xmlns:a16="http://schemas.microsoft.com/office/drawing/2014/main" id="{5765E8B4-05AB-4059-9497-B991ED2388C4}"/>
              </a:ext>
            </a:extLst>
          </p:cNvPr>
          <p:cNvSpPr txBox="1"/>
          <p:nvPr/>
        </p:nvSpPr>
        <p:spPr>
          <a:xfrm>
            <a:off x="86360" y="3449928"/>
            <a:ext cx="2413000" cy="1289712"/>
          </a:xfrm>
          <a:prstGeom prst="rect">
            <a:avLst/>
          </a:prstGeom>
          <a:noFill/>
        </p:spPr>
        <p:txBody>
          <a:bodyPr wrap="square">
            <a:spAutoFit/>
          </a:bodyPr>
          <a:lstStyle/>
          <a:p>
            <a:pPr marR="74930" lvl="1" indent="0">
              <a:lnSpc>
                <a:spcPct val="150000"/>
              </a:lnSpc>
              <a:spcBef>
                <a:spcPct val="0"/>
              </a:spcBef>
              <a:buFont typeface="+mj-ea"/>
              <a:buNone/>
            </a:pP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被测项目基于：</a:t>
            </a:r>
            <a:endParaRPr lang="en-US" altLang="zh-CN" dirty="0">
              <a:latin typeface="Times New Roman" panose="02020603050405020304" pitchFamily="18" charset="0"/>
              <a:ea typeface="微软雅黑" panose="020B0503020204020204" pitchFamily="34" charset="-122"/>
              <a:sym typeface="Times New Roman" panose="02020603050405020304" pitchFamily="18" charset="0"/>
            </a:endParaRPr>
          </a:p>
          <a:p>
            <a:pPr marL="914400" marR="74930" lvl="1" indent="-457200">
              <a:lnSpc>
                <a:spcPct val="150000"/>
              </a:lnSpc>
              <a:spcBef>
                <a:spcPct val="0"/>
              </a:spcBef>
              <a:buFont typeface="+mj-ea"/>
              <a:buAutoNum type="circleNumDbPlain"/>
            </a:pPr>
            <a:r>
              <a:rPr lang="en-US" altLang="zh-CN" dirty="0">
                <a:latin typeface="Times New Roman" panose="02020603050405020304" pitchFamily="18" charset="0"/>
                <a:ea typeface="微软雅黑" panose="020B0503020204020204" pitchFamily="34" charset="-122"/>
                <a:sym typeface="Times New Roman" panose="02020603050405020304" pitchFamily="18" charset="0"/>
              </a:rPr>
              <a:t>Java </a:t>
            </a:r>
            <a:r>
              <a:rPr lang="zh-CN" altLang="en-US" dirty="0">
                <a:latin typeface="Times New Roman" panose="02020603050405020304" pitchFamily="18" charset="0"/>
                <a:ea typeface="微软雅黑" panose="020B0503020204020204" pitchFamily="34" charset="-122"/>
                <a:sym typeface="Times New Roman" panose="02020603050405020304" pitchFamily="18" charset="0"/>
              </a:rPr>
              <a:t>环境</a:t>
            </a:r>
          </a:p>
          <a:p>
            <a:pPr marL="914400" marR="74930" lvl="1" indent="-457200">
              <a:lnSpc>
                <a:spcPct val="150000"/>
              </a:lnSpc>
              <a:spcBef>
                <a:spcPct val="0"/>
              </a:spcBef>
              <a:buFont typeface="+mj-ea"/>
              <a:buAutoNum type="circleNumDbPlain"/>
            </a:pPr>
            <a:r>
              <a:rPr lang="en-US" altLang="zh-CN" sz="1800" dirty="0">
                <a:latin typeface="Times New Roman" panose="02020603050405020304" pitchFamily="18" charset="0"/>
                <a:ea typeface="微软雅黑" panose="020B0503020204020204" pitchFamily="34" charset="-122"/>
                <a:sym typeface="Times New Roman" panose="02020603050405020304" pitchFamily="18" charset="0"/>
              </a:rPr>
              <a:t>Maven</a:t>
            </a:r>
            <a:r>
              <a:rPr lang="zh-CN" altLang="en-US" sz="1800" dirty="0">
                <a:latin typeface="Times New Roman" panose="02020603050405020304" pitchFamily="18" charset="0"/>
                <a:ea typeface="微软雅黑" panose="020B0503020204020204" pitchFamily="34" charset="-122"/>
                <a:sym typeface="Times New Roman" panose="02020603050405020304" pitchFamily="18" charset="0"/>
              </a:rPr>
              <a:t>环境</a:t>
            </a:r>
            <a:endParaRPr lang="en-US" altLang="zh-CN" sz="18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object 3">
            <a:extLst>
              <a:ext uri="{FF2B5EF4-FFF2-40B4-BE49-F238E27FC236}">
                <a16:creationId xmlns:a16="http://schemas.microsoft.com/office/drawing/2014/main" id="{50F4F6A6-2905-47AE-8513-E5AE1D670036}"/>
              </a:ext>
            </a:extLst>
          </p:cNvPr>
          <p:cNvSpPr/>
          <p:nvPr/>
        </p:nvSpPr>
        <p:spPr>
          <a:xfrm>
            <a:off x="2529840" y="2510128"/>
            <a:ext cx="6291346" cy="2850562"/>
          </a:xfrm>
          <a:prstGeom prst="rect">
            <a:avLst/>
          </a:prstGeom>
          <a:blipFill>
            <a:blip r:embed="rId3" cstate="print"/>
            <a:stretch>
              <a:fillRect/>
            </a:stretch>
          </a:blipFill>
        </p:spPr>
        <p:txBody>
          <a:bodyPr wrap="square" lIns="0" tIns="0" rIns="0" bIns="0" rtlCol="0">
            <a:noAutofit/>
          </a:bodyPr>
          <a:lstStyle/>
          <a:p>
            <a:endParaRPr dirty="0"/>
          </a:p>
        </p:txBody>
      </p:sp>
      <p:sp>
        <p:nvSpPr>
          <p:cNvPr id="6" name="文本框 5">
            <a:extLst>
              <a:ext uri="{FF2B5EF4-FFF2-40B4-BE49-F238E27FC236}">
                <a16:creationId xmlns:a16="http://schemas.microsoft.com/office/drawing/2014/main" id="{06B0227B-4BC5-4C3F-A37B-28CA28BB1CF3}"/>
              </a:ext>
            </a:extLst>
          </p:cNvPr>
          <p:cNvSpPr txBox="1"/>
          <p:nvPr/>
        </p:nvSpPr>
        <p:spPr>
          <a:xfrm>
            <a:off x="398780" y="1788160"/>
            <a:ext cx="4109720" cy="92333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测试</a:t>
            </a:r>
            <a:r>
              <a:rPr lang="en-US" altLang="zh-CN" dirty="0">
                <a:latin typeface="微软雅黑" panose="020B0503020204020204" pitchFamily="34" charset="-122"/>
                <a:ea typeface="微软雅黑" panose="020B0503020204020204" pitchFamily="34" charset="-122"/>
              </a:rPr>
              <a:t>IDE</a:t>
            </a:r>
            <a:r>
              <a:rPr lang="zh-CN" altLang="en-US" dirty="0">
                <a:latin typeface="微软雅黑" panose="020B0503020204020204" pitchFamily="34" charset="-122"/>
                <a:ea typeface="微软雅黑" panose="020B0503020204020204" pitchFamily="34" charset="-122"/>
              </a:rPr>
              <a:t>不限；</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任务依赖于</a:t>
            </a:r>
            <a:r>
              <a:rPr lang="en-US" altLang="zh-CN" dirty="0">
                <a:latin typeface="微软雅黑" panose="020B0503020204020204" pitchFamily="34" charset="-122"/>
                <a:ea typeface="微软雅黑" panose="020B0503020204020204" pitchFamily="34" charset="-122"/>
              </a:rPr>
              <a:t>JDK8</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Maven</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zh-CN" altLang="en-US"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JUnit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版本是</a:t>
            </a:r>
            <a:r>
              <a:rPr lang="zh-CN" altLang="en-US"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4.12；</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2837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测试流程</a:t>
            </a:r>
            <a:r>
              <a:rPr lang="en-US" altLang="zh-CN" dirty="0"/>
              <a:t>-</a:t>
            </a:r>
            <a:r>
              <a:rPr lang="zh-CN" altLang="en-US" dirty="0"/>
              <a:t>赛题下载</a:t>
            </a:r>
          </a:p>
        </p:txBody>
      </p:sp>
      <p:pic>
        <p:nvPicPr>
          <p:cNvPr id="4" name="图片 3">
            <a:extLst>
              <a:ext uri="{FF2B5EF4-FFF2-40B4-BE49-F238E27FC236}">
                <a16:creationId xmlns:a16="http://schemas.microsoft.com/office/drawing/2014/main" id="{E81E77B3-B27A-498F-A45F-F849ED3EB897}"/>
              </a:ext>
            </a:extLst>
          </p:cNvPr>
          <p:cNvPicPr>
            <a:picLocks noChangeAspect="1"/>
          </p:cNvPicPr>
          <p:nvPr/>
        </p:nvPicPr>
        <p:blipFill>
          <a:blip r:embed="rId3"/>
          <a:stretch>
            <a:fillRect/>
          </a:stretch>
        </p:blipFill>
        <p:spPr>
          <a:xfrm>
            <a:off x="2905125" y="2143760"/>
            <a:ext cx="6001172" cy="3576320"/>
          </a:xfrm>
          <a:prstGeom prst="rect">
            <a:avLst/>
          </a:prstGeom>
        </p:spPr>
      </p:pic>
      <p:sp>
        <p:nvSpPr>
          <p:cNvPr id="6" name="文本框 5">
            <a:extLst>
              <a:ext uri="{FF2B5EF4-FFF2-40B4-BE49-F238E27FC236}">
                <a16:creationId xmlns:a16="http://schemas.microsoft.com/office/drawing/2014/main" id="{49FAA727-CB83-4723-9734-E4C4E9626071}"/>
              </a:ext>
            </a:extLst>
          </p:cNvPr>
          <p:cNvSpPr txBox="1"/>
          <p:nvPr/>
        </p:nvSpPr>
        <p:spPr>
          <a:xfrm>
            <a:off x="237703" y="1577555"/>
            <a:ext cx="7289800" cy="874407"/>
          </a:xfrm>
          <a:prstGeom prst="rect">
            <a:avLst/>
          </a:prstGeom>
          <a:noFill/>
        </p:spPr>
        <p:txBody>
          <a:bodyPr wrap="square">
            <a:spAutoFit/>
          </a:bodyPr>
          <a:lstStyle/>
          <a:p>
            <a:pPr marR="74930" lvl="1">
              <a:lnSpc>
                <a:spcPct val="150000"/>
              </a:lnSpc>
              <a:spcBef>
                <a:spcPct val="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mn-ea"/>
              </a:rPr>
              <a:t>点击每个任务下方的下载按钮，可以分别下载每个任务的代码项目的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mn-ea"/>
              </a:rPr>
              <a:t>zip</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mn-ea"/>
              </a:rPr>
              <a:t>包。</a:t>
            </a:r>
            <a:endParaRPr lang="zh-CN" altLang="en-US" sz="1800" dirty="0">
              <a:latin typeface="微软雅黑" panose="020B0503020204020204" pitchFamily="34" charset="-122"/>
              <a:ea typeface="微软雅黑" panose="020B0503020204020204" pitchFamily="34" charset="-122"/>
              <a:sym typeface="Times New Roman" panose="02020603050405020304" pitchFamily="18" charset="0"/>
            </a:endParaRPr>
          </a:p>
        </p:txBody>
      </p:sp>
      <p:pic>
        <p:nvPicPr>
          <p:cNvPr id="8" name="图片 7">
            <a:extLst>
              <a:ext uri="{FF2B5EF4-FFF2-40B4-BE49-F238E27FC236}">
                <a16:creationId xmlns:a16="http://schemas.microsoft.com/office/drawing/2014/main" id="{2E4E2AED-FBEE-4E8B-8B72-780CBB9FF530}"/>
              </a:ext>
            </a:extLst>
          </p:cNvPr>
          <p:cNvPicPr>
            <a:picLocks noChangeAspect="1"/>
          </p:cNvPicPr>
          <p:nvPr/>
        </p:nvPicPr>
        <p:blipFill>
          <a:blip r:embed="rId4"/>
          <a:stretch>
            <a:fillRect/>
          </a:stretch>
        </p:blipFill>
        <p:spPr>
          <a:xfrm>
            <a:off x="777071" y="2590800"/>
            <a:ext cx="1995973" cy="3129280"/>
          </a:xfrm>
          <a:prstGeom prst="rect">
            <a:avLst/>
          </a:prstGeom>
        </p:spPr>
      </p:pic>
    </p:spTree>
    <p:extLst>
      <p:ext uri="{BB962C8B-B14F-4D97-AF65-F5344CB8AC3E}">
        <p14:creationId xmlns:p14="http://schemas.microsoft.com/office/powerpoint/2010/main" val="389128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测试流程</a:t>
            </a:r>
            <a:r>
              <a:rPr lang="en-US" altLang="zh-CN" dirty="0"/>
              <a:t>-</a:t>
            </a:r>
            <a:r>
              <a:rPr lang="zh-CN" altLang="en-US" dirty="0"/>
              <a:t>用例编写</a:t>
            </a:r>
          </a:p>
        </p:txBody>
      </p:sp>
      <p:pic>
        <p:nvPicPr>
          <p:cNvPr id="6" name="图片 5">
            <a:extLst>
              <a:ext uri="{FF2B5EF4-FFF2-40B4-BE49-F238E27FC236}">
                <a16:creationId xmlns:a16="http://schemas.microsoft.com/office/drawing/2014/main" id="{4FD447C9-09DA-440E-B873-8EB4DDBACF9D}"/>
              </a:ext>
            </a:extLst>
          </p:cNvPr>
          <p:cNvPicPr>
            <a:picLocks noChangeAspect="1"/>
          </p:cNvPicPr>
          <p:nvPr/>
        </p:nvPicPr>
        <p:blipFill>
          <a:blip r:embed="rId3"/>
          <a:srcRect r="5855" b="7492"/>
          <a:stretch>
            <a:fillRect/>
          </a:stretch>
        </p:blipFill>
        <p:spPr>
          <a:xfrm>
            <a:off x="336550" y="3797905"/>
            <a:ext cx="8368296" cy="2601738"/>
          </a:xfrm>
          <a:prstGeom prst="rect">
            <a:avLst/>
          </a:prstGeom>
        </p:spPr>
      </p:pic>
      <p:sp>
        <p:nvSpPr>
          <p:cNvPr id="8" name="文本框 7">
            <a:extLst>
              <a:ext uri="{FF2B5EF4-FFF2-40B4-BE49-F238E27FC236}">
                <a16:creationId xmlns:a16="http://schemas.microsoft.com/office/drawing/2014/main" id="{4485D98B-077C-4602-BE51-09A22C525252}"/>
              </a:ext>
            </a:extLst>
          </p:cNvPr>
          <p:cNvSpPr txBox="1"/>
          <p:nvPr/>
        </p:nvSpPr>
        <p:spPr>
          <a:xfrm>
            <a:off x="0" y="1765126"/>
            <a:ext cx="7406640" cy="1294970"/>
          </a:xfrm>
          <a:prstGeom prst="rect">
            <a:avLst/>
          </a:prstGeom>
          <a:noFill/>
        </p:spPr>
        <p:txBody>
          <a:bodyPr wrap="square">
            <a:spAutoFit/>
          </a:bodyPr>
          <a:lstStyle/>
          <a:p>
            <a:pPr marL="914400" marR="74930" lvl="1" indent="-457200" algn="l">
              <a:lnSpc>
                <a:spcPct val="150000"/>
              </a:lnSpc>
              <a:buClrTx/>
              <a:buSzTx/>
              <a:buFont typeface="+mj-ea"/>
              <a:buAutoNum type="circleNumDbPlain"/>
            </a:pPr>
            <a:r>
              <a:rPr lang="zh-CN" altLang="en-US" dirty="0">
                <a:latin typeface="微软雅黑" panose="020B0503020204020204" pitchFamily="34" charset="-122"/>
                <a:ea typeface="微软雅黑" panose="020B0503020204020204" pitchFamily="34" charset="-122"/>
                <a:sym typeface="+mn-ea"/>
              </a:rPr>
              <a:t>需要基于JUnit 4为被测项目编写测试用例代码</a:t>
            </a:r>
          </a:p>
          <a:p>
            <a:pPr marL="914400" marR="74930" lvl="1" indent="-457200" algn="l">
              <a:lnSpc>
                <a:spcPct val="150000"/>
              </a:lnSpc>
              <a:buClrTx/>
              <a:buSzTx/>
              <a:buFont typeface="+mj-ea"/>
              <a:buAutoNum type="circleNumDbPlain"/>
            </a:pP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注意：所有 JUnit 测试用例都必须写在同一个 .java 文件中，因为参与者最终将提交单个 .java 文件。</a:t>
            </a:r>
            <a:endParaRPr lang="en-US" altLang="zh-CN" sz="1800" dirty="0">
              <a:latin typeface="微软雅黑" panose="020B0503020204020204" pitchFamily="34" charset="-122"/>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008973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测试流程</a:t>
            </a:r>
            <a:r>
              <a:rPr lang="en-US" altLang="zh-CN" dirty="0"/>
              <a:t>-</a:t>
            </a:r>
            <a:r>
              <a:rPr lang="zh-CN" altLang="en-US" dirty="0"/>
              <a:t>提交运行</a:t>
            </a:r>
          </a:p>
        </p:txBody>
      </p:sp>
      <p:pic>
        <p:nvPicPr>
          <p:cNvPr id="3" name="图片 2">
            <a:extLst>
              <a:ext uri="{FF2B5EF4-FFF2-40B4-BE49-F238E27FC236}">
                <a16:creationId xmlns:a16="http://schemas.microsoft.com/office/drawing/2014/main" id="{270A59EC-F78A-447E-B15B-0F9165DF4600}"/>
              </a:ext>
            </a:extLst>
          </p:cNvPr>
          <p:cNvPicPr>
            <a:picLocks noChangeAspect="1"/>
          </p:cNvPicPr>
          <p:nvPr/>
        </p:nvPicPr>
        <p:blipFill>
          <a:blip r:embed="rId3"/>
          <a:stretch>
            <a:fillRect/>
          </a:stretch>
        </p:blipFill>
        <p:spPr>
          <a:xfrm>
            <a:off x="3672840" y="1741660"/>
            <a:ext cx="5242562" cy="2484410"/>
          </a:xfrm>
          <a:prstGeom prst="rect">
            <a:avLst/>
          </a:prstGeom>
        </p:spPr>
      </p:pic>
      <p:pic>
        <p:nvPicPr>
          <p:cNvPr id="4" name="图片 3">
            <a:extLst>
              <a:ext uri="{FF2B5EF4-FFF2-40B4-BE49-F238E27FC236}">
                <a16:creationId xmlns:a16="http://schemas.microsoft.com/office/drawing/2014/main" id="{C238C931-F7AE-4705-A9BB-3B18CA392BD1}"/>
              </a:ext>
            </a:extLst>
          </p:cNvPr>
          <p:cNvPicPr>
            <a:picLocks noChangeAspect="1"/>
          </p:cNvPicPr>
          <p:nvPr/>
        </p:nvPicPr>
        <p:blipFill>
          <a:blip r:embed="rId4"/>
          <a:stretch>
            <a:fillRect/>
          </a:stretch>
        </p:blipFill>
        <p:spPr>
          <a:xfrm>
            <a:off x="2433320" y="4410341"/>
            <a:ext cx="6613525" cy="2260335"/>
          </a:xfrm>
          <a:prstGeom prst="rect">
            <a:avLst/>
          </a:prstGeom>
        </p:spPr>
      </p:pic>
      <p:sp>
        <p:nvSpPr>
          <p:cNvPr id="5" name="文本框 4">
            <a:extLst>
              <a:ext uri="{FF2B5EF4-FFF2-40B4-BE49-F238E27FC236}">
                <a16:creationId xmlns:a16="http://schemas.microsoft.com/office/drawing/2014/main" id="{C69F6EEA-DC7E-4826-8467-3F0E887433B3}"/>
              </a:ext>
            </a:extLst>
          </p:cNvPr>
          <p:cNvSpPr txBox="1"/>
          <p:nvPr/>
        </p:nvSpPr>
        <p:spPr>
          <a:xfrm>
            <a:off x="594360" y="1127760"/>
            <a:ext cx="2310765" cy="3507740"/>
          </a:xfrm>
          <a:prstGeom prst="rect">
            <a:avLst/>
          </a:prstGeom>
          <a:noFill/>
        </p:spPr>
        <p:txBody>
          <a:bodyPr wrap="square" rtlCol="0" anchor="t">
            <a:spAutoFit/>
          </a:bodyPr>
          <a:lstStyle/>
          <a:p>
            <a:pPr algn="just"/>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mn-ea"/>
              </a:rPr>
              <a:t>点击每个任务对应的“上传”按钮，提交已编写的测试用例的.java文件。</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lgn="just"/>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mn-ea"/>
              </a:rPr>
              <a:t>提交成功后，相应任务会显示绿色的“</a:t>
            </a:r>
            <a:r>
              <a:rPr lang="zh-CN" altLang="en-US" dirty="0">
                <a:solidFill>
                  <a:srgbClr val="92D050"/>
                </a:solidFill>
                <a:latin typeface="微软雅黑" panose="020B0503020204020204" pitchFamily="34" charset="-122"/>
                <a:ea typeface="微软雅黑" panose="020B0503020204020204" pitchFamily="34" charset="-122"/>
                <a:cs typeface="Times New Roman" panose="02020603050405020304" pitchFamily="18" charset="0"/>
                <a:sym typeface="+mn-ea"/>
              </a:rPr>
              <a:t>已提交</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mn-ea"/>
              </a:rPr>
              <a:t>”状态，同时显示已提交的.java文件</a:t>
            </a:r>
            <a:r>
              <a:rPr lang="zh-CN" altLang="zh-CN" dirty="0">
                <a:latin typeface="微软雅黑" panose="020B0503020204020204" pitchFamily="34" charset="-122"/>
                <a:ea typeface="微软雅黑" panose="020B0503020204020204" pitchFamily="34" charset="-122"/>
                <a:cs typeface="Times New Roman" panose="02020603050405020304" pitchFamily="18" charset="0"/>
                <a:sym typeface="+mn-ea"/>
              </a:rPr>
              <a:t>。</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gn="just"/>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zh-CN" altLang="zh-CN" dirty="0">
                <a:latin typeface="微软雅黑" panose="020B0503020204020204" pitchFamily="34" charset="-122"/>
                <a:ea typeface="微软雅黑" panose="020B0503020204020204" pitchFamily="34" charset="-122"/>
                <a:cs typeface="Times New Roman" panose="02020603050405020304" pitchFamily="18" charset="0"/>
                <a:sym typeface="+mn-ea"/>
              </a:rPr>
              <a:t>您可以</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mn-ea"/>
              </a:rPr>
              <a:t>下载最近提交的.java 文件</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sym typeface="+mn-ea"/>
              </a:rPr>
              <a:t>。</a:t>
            </a:r>
          </a:p>
        </p:txBody>
      </p:sp>
    </p:spTree>
    <p:extLst>
      <p:ext uri="{BB962C8B-B14F-4D97-AF65-F5344CB8AC3E}">
        <p14:creationId xmlns:p14="http://schemas.microsoft.com/office/powerpoint/2010/main" val="188859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测试流程</a:t>
            </a:r>
            <a:r>
              <a:rPr lang="en-US" altLang="zh-CN" dirty="0"/>
              <a:t>-</a:t>
            </a:r>
            <a:r>
              <a:rPr lang="zh-CN" altLang="en-US" dirty="0"/>
              <a:t>评分标准</a:t>
            </a:r>
          </a:p>
        </p:txBody>
      </p:sp>
      <p:sp>
        <p:nvSpPr>
          <p:cNvPr id="3" name="矩形 2">
            <a:extLst>
              <a:ext uri="{FF2B5EF4-FFF2-40B4-BE49-F238E27FC236}">
                <a16:creationId xmlns:a16="http://schemas.microsoft.com/office/drawing/2014/main" id="{DE0367C3-AC5A-4BC4-881D-10BDC8D2D5CA}"/>
              </a:ext>
            </a:extLst>
          </p:cNvPr>
          <p:cNvSpPr/>
          <p:nvPr/>
        </p:nvSpPr>
        <p:spPr>
          <a:xfrm>
            <a:off x="336550" y="1148080"/>
            <a:ext cx="8372306" cy="4198201"/>
          </a:xfrm>
          <a:prstGeom prst="rect">
            <a:avLst/>
          </a:prstGeom>
        </p:spPr>
        <p:txBody>
          <a:bodyPr wrap="square">
            <a:spAutoFit/>
          </a:bodyPr>
          <a:lstStyle/>
          <a:p>
            <a:pPr indent="457200">
              <a:lnSpc>
                <a:spcPct val="150000"/>
              </a:lnSpc>
            </a:pP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sz="1600" b="1" dirty="0">
                <a:latin typeface="微软雅黑" panose="020B0503020204020204" pitchFamily="34" charset="-122"/>
                <a:ea typeface="微软雅黑" panose="020B0503020204020204" pitchFamily="34" charset="-122"/>
                <a:sym typeface="Times New Roman" panose="02020603050405020304" pitchFamily="18" charset="0"/>
              </a:rPr>
              <a:t>代码覆盖率</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：直接采用指定的某种代码覆盖率（语句覆盖、分支覆盖等）， 最小为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0 </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分，最大为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100 </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分（代表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100%</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a:t>
            </a:r>
          </a:p>
          <a:p>
            <a:pPr indent="457200">
              <a:lnSpc>
                <a:spcPct val="150000"/>
              </a:lnSpc>
            </a:pP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2</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 </a:t>
            </a:r>
            <a:r>
              <a:rPr lang="en-US" altLang="zh-CN" sz="1600" b="1" dirty="0">
                <a:latin typeface="微软雅黑" panose="020B0503020204020204" pitchFamily="34" charset="-122"/>
                <a:ea typeface="微软雅黑" panose="020B0503020204020204" pitchFamily="34" charset="-122"/>
                <a:sym typeface="Times New Roman" panose="02020603050405020304" pitchFamily="18" charset="0"/>
              </a:rPr>
              <a:t>Bug </a:t>
            </a:r>
            <a:r>
              <a:rPr lang="zh-CN" altLang="en-US" sz="1600" b="1" dirty="0">
                <a:latin typeface="微软雅黑" panose="020B0503020204020204" pitchFamily="34" charset="-122"/>
                <a:ea typeface="微软雅黑" panose="020B0503020204020204" pitchFamily="34" charset="-122"/>
                <a:sym typeface="Times New Roman" panose="02020603050405020304" pitchFamily="18" charset="0"/>
              </a:rPr>
              <a:t>检测率</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：直接采用变异杀死率作为指标， 最小为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0 </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分，最大为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100 </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分（代表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100%</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a:t>
            </a:r>
            <a:endParaRPr lang="en-US" altLang="zh-CN" sz="1600" dirty="0">
              <a:latin typeface="微软雅黑" panose="020B0503020204020204" pitchFamily="34" charset="-122"/>
              <a:ea typeface="微软雅黑" panose="020B0503020204020204" pitchFamily="34" charset="-122"/>
              <a:sym typeface="Times New Roman" panose="02020603050405020304" pitchFamily="18" charset="0"/>
            </a:endParaRPr>
          </a:p>
          <a:p>
            <a:pPr marR="74930" indent="457200">
              <a:lnSpc>
                <a:spcPct val="150000"/>
              </a:lnSpc>
              <a:spcBef>
                <a:spcPct val="0"/>
              </a:spcBef>
            </a:pP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3</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a:t>
            </a:r>
            <a:r>
              <a:rPr lang="zh-CN" altLang="zh-CN" sz="1600" b="1" dirty="0">
                <a:latin typeface="微软雅黑" panose="020B0503020204020204" pitchFamily="34" charset="-122"/>
                <a:ea typeface="微软雅黑" panose="020B0503020204020204" pitchFamily="34" charset="-122"/>
                <a:sym typeface="Times New Roman" panose="02020603050405020304" pitchFamily="18" charset="0"/>
              </a:rPr>
              <a:t>脚本可维护性</a:t>
            </a:r>
            <a:r>
              <a:rPr lang="zh-CN" altLang="zh-CN" sz="1600" dirty="0">
                <a:latin typeface="微软雅黑" panose="020B0503020204020204" pitchFamily="34" charset="-122"/>
                <a:ea typeface="微软雅黑" panose="020B0503020204020204" pitchFamily="34" charset="-122"/>
                <a:sym typeface="Times New Roman" panose="02020603050405020304" pitchFamily="18" charset="0"/>
              </a:rPr>
              <a:t>：按照阿里或其他知名公司的风格要求，采用 </a:t>
            </a:r>
            <a:r>
              <a:rPr lang="en-US" altLang="zh-CN" sz="1600" dirty="0" err="1">
                <a:latin typeface="微软雅黑" panose="020B0503020204020204" pitchFamily="34" charset="-122"/>
                <a:ea typeface="微软雅黑" panose="020B0503020204020204" pitchFamily="34" charset="-122"/>
                <a:sym typeface="Times New Roman" panose="02020603050405020304" pitchFamily="18" charset="0"/>
              </a:rPr>
              <a:t>checkstyle</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zh-CN" sz="1600" dirty="0">
                <a:latin typeface="微软雅黑" panose="020B0503020204020204" pitchFamily="34" charset="-122"/>
                <a:ea typeface="微软雅黑" panose="020B0503020204020204" pitchFamily="34" charset="-122"/>
                <a:sym typeface="Times New Roman" panose="02020603050405020304" pitchFamily="18" charset="0"/>
              </a:rPr>
              <a:t>计算相应的满足项。例如，检查项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5 </a:t>
            </a:r>
            <a:r>
              <a:rPr lang="zh-CN" altLang="zh-CN" sz="1600" dirty="0">
                <a:latin typeface="微软雅黑" panose="020B0503020204020204" pitchFamily="34" charset="-122"/>
                <a:ea typeface="微软雅黑" panose="020B0503020204020204" pitchFamily="34" charset="-122"/>
                <a:sym typeface="Times New Roman" panose="02020603050405020304" pitchFamily="18" charset="0"/>
              </a:rPr>
              <a:t>项，每项满分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20</a:t>
            </a:r>
            <a:r>
              <a:rPr lang="zh-CN" altLang="zh-CN" sz="1600" dirty="0">
                <a:latin typeface="微软雅黑" panose="020B0503020204020204" pitchFamily="34" charset="-122"/>
                <a:ea typeface="微软雅黑" panose="020B0503020204020204" pitchFamily="34" charset="-122"/>
                <a:sym typeface="Times New Roman" panose="02020603050405020304" pitchFamily="18" charset="0"/>
              </a:rPr>
              <a:t>，选手某单项出错一 次扣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2 </a:t>
            </a:r>
            <a:r>
              <a:rPr lang="zh-CN" altLang="zh-CN" sz="1600" dirty="0">
                <a:latin typeface="微软雅黑" panose="020B0503020204020204" pitchFamily="34" charset="-122"/>
                <a:ea typeface="微软雅黑" panose="020B0503020204020204" pitchFamily="34" charset="-122"/>
                <a:sym typeface="Times New Roman" panose="02020603050405020304" pitchFamily="18" charset="0"/>
              </a:rPr>
              <a:t>分，单项扣完为止。</a:t>
            </a:r>
            <a:endParaRPr lang="en-US" altLang="zh-CN" sz="1600" dirty="0">
              <a:latin typeface="微软雅黑" panose="020B0503020204020204" pitchFamily="34" charset="-122"/>
              <a:ea typeface="微软雅黑" panose="020B0503020204020204" pitchFamily="34" charset="-122"/>
              <a:sym typeface="Times New Roman" panose="02020603050405020304" pitchFamily="18" charset="0"/>
            </a:endParaRPr>
          </a:p>
          <a:p>
            <a:pPr marR="74930" indent="457200">
              <a:lnSpc>
                <a:spcPct val="150000"/>
              </a:lnSpc>
              <a:spcBef>
                <a:spcPct val="0"/>
              </a:spcBef>
            </a:pPr>
            <a:r>
              <a:rPr lang="zh-CN" altLang="zh-CN" sz="1600" dirty="0">
                <a:latin typeface="微软雅黑" panose="020B0503020204020204" pitchFamily="34" charset="-122"/>
                <a:ea typeface="微软雅黑" panose="020B0503020204020204" pitchFamily="34" charset="-122"/>
                <a:sym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4</a:t>
            </a:r>
            <a:r>
              <a:rPr lang="zh-CN" altLang="zh-CN" sz="1600"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zh-CN" sz="1600" b="1" dirty="0">
                <a:latin typeface="微软雅黑" panose="020B0503020204020204" pitchFamily="34" charset="-122"/>
                <a:ea typeface="微软雅黑" panose="020B0503020204020204" pitchFamily="34" charset="-122"/>
                <a:sym typeface="Times New Roman" panose="02020603050405020304" pitchFamily="18" charset="0"/>
              </a:rPr>
              <a:t>脚本运行效率</a:t>
            </a:r>
            <a:r>
              <a:rPr lang="zh-CN" altLang="zh-CN" sz="1600" dirty="0">
                <a:latin typeface="微软雅黑" panose="020B0503020204020204" pitchFamily="34" charset="-122"/>
                <a:ea typeface="微软雅黑" panose="020B0503020204020204" pitchFamily="34" charset="-122"/>
                <a:sym typeface="Times New Roman" panose="02020603050405020304" pitchFamily="18" charset="0"/>
              </a:rPr>
              <a:t>：采用代码覆盖率除以运行时间，最大值记为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100 </a:t>
            </a:r>
            <a:r>
              <a:rPr lang="zh-CN" altLang="zh-CN" sz="1600" dirty="0">
                <a:latin typeface="微软雅黑" panose="020B0503020204020204" pitchFamily="34" charset="-122"/>
                <a:ea typeface="微软雅黑" panose="020B0503020204020204" pitchFamily="34" charset="-122"/>
                <a:sym typeface="Times New Roman" panose="02020603050405020304" pitchFamily="18" charset="0"/>
              </a:rPr>
              <a:t>分，其他 选手成绩采用线性化归一计算。</a:t>
            </a:r>
            <a:endParaRPr lang="en-US" altLang="zh-CN" sz="1600" dirty="0">
              <a:latin typeface="微软雅黑" panose="020B0503020204020204" pitchFamily="34" charset="-122"/>
              <a:ea typeface="微软雅黑" panose="020B0503020204020204" pitchFamily="34" charset="-122"/>
              <a:sym typeface="Times New Roman" panose="02020603050405020304" pitchFamily="18" charset="0"/>
            </a:endParaRPr>
          </a:p>
          <a:p>
            <a:pPr marR="74930" indent="457200">
              <a:lnSpc>
                <a:spcPct val="150000"/>
              </a:lnSpc>
              <a:spcBef>
                <a:spcPct val="0"/>
              </a:spcBef>
            </a:pP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5</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sz="1600" b="1" dirty="0">
                <a:latin typeface="微软雅黑" panose="020B0503020204020204" pitchFamily="34" charset="-122"/>
                <a:ea typeface="微软雅黑" panose="020B0503020204020204" pitchFamily="34" charset="-122"/>
                <a:sym typeface="Times New Roman" panose="02020603050405020304" pitchFamily="18" charset="0"/>
              </a:rPr>
              <a:t>脚本编写效率</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：采用最高代码覆盖率除以最快达到这一覆盖率的编写时间， 最高者记为 </a:t>
            </a:r>
            <a:r>
              <a:rPr lang="en-US" altLang="zh-CN" sz="1600" dirty="0">
                <a:latin typeface="微软雅黑" panose="020B0503020204020204" pitchFamily="34" charset="-122"/>
                <a:ea typeface="微软雅黑" panose="020B0503020204020204" pitchFamily="34" charset="-122"/>
                <a:sym typeface="Times New Roman" panose="02020603050405020304" pitchFamily="18" charset="0"/>
              </a:rPr>
              <a:t>100 </a:t>
            </a:r>
            <a:r>
              <a:rPr lang="zh-CN" altLang="en-US" sz="1600" dirty="0">
                <a:latin typeface="微软雅黑" panose="020B0503020204020204" pitchFamily="34" charset="-122"/>
                <a:ea typeface="微软雅黑" panose="020B0503020204020204" pitchFamily="34" charset="-122"/>
                <a:sym typeface="Times New Roman" panose="02020603050405020304" pitchFamily="18" charset="0"/>
              </a:rPr>
              <a:t>分，其他选手成绩采用线性化归一计算。</a:t>
            </a:r>
            <a:endParaRPr lang="en-US" altLang="zh-CN" sz="1600" dirty="0">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5" name="文本框 4">
            <a:extLst>
              <a:ext uri="{FF2B5EF4-FFF2-40B4-BE49-F238E27FC236}">
                <a16:creationId xmlns:a16="http://schemas.microsoft.com/office/drawing/2014/main" id="{DD18712E-3047-43BA-A3BB-C09B5F6F1CBB}"/>
              </a:ext>
            </a:extLst>
          </p:cNvPr>
          <p:cNvSpPr txBox="1"/>
          <p:nvPr/>
        </p:nvSpPr>
        <p:spPr>
          <a:xfrm>
            <a:off x="435144" y="5322109"/>
            <a:ext cx="7803515" cy="700448"/>
          </a:xfrm>
          <a:prstGeom prst="rect">
            <a:avLst/>
          </a:prstGeom>
          <a:noFill/>
        </p:spPr>
        <p:txBody>
          <a:bodyPr wrap="square">
            <a:spAutoFit/>
          </a:bodyPr>
          <a:lstStyle/>
          <a:p>
            <a:pPr marR="74930" indent="457200">
              <a:lnSpc>
                <a:spcPct val="150000"/>
              </a:lnSpc>
              <a:spcBef>
                <a:spcPct val="0"/>
              </a:spcBef>
            </a:pPr>
            <a:r>
              <a:rPr lang="zh-CN" altLang="en-US" sz="1400" dirty="0">
                <a:latin typeface="Times New Roman" panose="02020603050405020304" pitchFamily="18" charset="0"/>
                <a:ea typeface="微软雅黑" panose="020B0503020204020204" pitchFamily="34" charset="-122"/>
                <a:sym typeface="Times New Roman" panose="02020603050405020304" pitchFamily="18" charset="0"/>
              </a:rPr>
              <a:t>备注：假如一次考试或比赛有多道题，则覆盖率，检测率，时间，检查项等累加 计算后进行相关除法运算。</a:t>
            </a:r>
          </a:p>
        </p:txBody>
      </p:sp>
    </p:spTree>
    <p:extLst>
      <p:ext uri="{BB962C8B-B14F-4D97-AF65-F5344CB8AC3E}">
        <p14:creationId xmlns:p14="http://schemas.microsoft.com/office/powerpoint/2010/main" val="236989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单元测试</a:t>
            </a:r>
          </a:p>
        </p:txBody>
      </p:sp>
      <p:graphicFrame>
        <p:nvGraphicFramePr>
          <p:cNvPr id="10" name="图示 9">
            <a:extLst>
              <a:ext uri="{FF2B5EF4-FFF2-40B4-BE49-F238E27FC236}">
                <a16:creationId xmlns:a16="http://schemas.microsoft.com/office/drawing/2014/main" id="{174EAC4C-FFC3-48C8-8AEE-60EC6BAD8269}"/>
              </a:ext>
            </a:extLst>
          </p:cNvPr>
          <p:cNvGraphicFramePr/>
          <p:nvPr>
            <p:extLst>
              <p:ext uri="{D42A27DB-BD31-4B8C-83A1-F6EECF244321}">
                <p14:modId xmlns:p14="http://schemas.microsoft.com/office/powerpoint/2010/main" val="3062961654"/>
              </p:ext>
            </p:extLst>
          </p:nvPr>
        </p:nvGraphicFramePr>
        <p:xfrm>
          <a:off x="1451699" y="2203147"/>
          <a:ext cx="6240601" cy="29963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9309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思路</a:t>
            </a:r>
          </a:p>
        </p:txBody>
      </p:sp>
      <p:sp>
        <p:nvSpPr>
          <p:cNvPr id="3" name="内容占位符 2">
            <a:extLst>
              <a:ext uri="{FF2B5EF4-FFF2-40B4-BE49-F238E27FC236}">
                <a16:creationId xmlns:a16="http://schemas.microsoft.com/office/drawing/2014/main" id="{72885538-B4E5-44D2-ADED-593D0F9B404F}"/>
              </a:ext>
            </a:extLst>
          </p:cNvPr>
          <p:cNvSpPr>
            <a:spLocks noGrp="1"/>
          </p:cNvSpPr>
          <p:nvPr>
            <p:ph sz="quarter" idx="14"/>
          </p:nvPr>
        </p:nvSpPr>
        <p:spPr/>
        <p:txBody>
          <a:bodyPr/>
          <a:lstStyle/>
          <a:p>
            <a:r>
              <a:rPr lang="zh-CN" altLang="en-US" dirty="0"/>
              <a:t>算法逻辑</a:t>
            </a:r>
          </a:p>
        </p:txBody>
      </p:sp>
      <p:pic>
        <p:nvPicPr>
          <p:cNvPr id="4" name="图片 3">
            <a:extLst>
              <a:ext uri="{FF2B5EF4-FFF2-40B4-BE49-F238E27FC236}">
                <a16:creationId xmlns:a16="http://schemas.microsoft.com/office/drawing/2014/main" id="{7FACE33D-8447-4D11-B500-4D8911980F25}"/>
              </a:ext>
            </a:extLst>
          </p:cNvPr>
          <p:cNvPicPr>
            <a:picLocks noChangeAspect="1"/>
          </p:cNvPicPr>
          <p:nvPr/>
        </p:nvPicPr>
        <p:blipFill>
          <a:blip r:embed="rId3"/>
          <a:stretch>
            <a:fillRect/>
          </a:stretch>
        </p:blipFill>
        <p:spPr>
          <a:xfrm>
            <a:off x="1917700" y="2260600"/>
            <a:ext cx="6172200" cy="3803798"/>
          </a:xfrm>
          <a:prstGeom prst="rect">
            <a:avLst/>
          </a:prstGeom>
        </p:spPr>
      </p:pic>
      <p:sp>
        <p:nvSpPr>
          <p:cNvPr id="5" name="矩形 4">
            <a:extLst>
              <a:ext uri="{FF2B5EF4-FFF2-40B4-BE49-F238E27FC236}">
                <a16:creationId xmlns:a16="http://schemas.microsoft.com/office/drawing/2014/main" id="{2E58049E-9D50-484B-858B-1C0E306298EE}"/>
              </a:ext>
            </a:extLst>
          </p:cNvPr>
          <p:cNvSpPr/>
          <p:nvPr/>
        </p:nvSpPr>
        <p:spPr>
          <a:xfrm>
            <a:off x="1680779" y="1767003"/>
            <a:ext cx="4147930" cy="418191"/>
          </a:xfrm>
          <a:prstGeom prst="rect">
            <a:avLst/>
          </a:prstGeom>
        </p:spPr>
        <p:txBody>
          <a:bodyPr wrap="none">
            <a:spAutoFit/>
          </a:bodyPr>
          <a:lstStyle/>
          <a:p>
            <a:pPr indent="267335">
              <a:lnSpc>
                <a:spcPct val="150000"/>
              </a:lnSpc>
              <a:spcAft>
                <a:spcPts val="525"/>
              </a:spcAft>
            </a:pPr>
            <a:r>
              <a:rPr lang="zh-CN" altLang="zh-CN" sz="1600" kern="0" dirty="0">
                <a:latin typeface="微软雅黑" panose="020B0503020204020204" pitchFamily="34" charset="-122"/>
                <a:ea typeface="微软雅黑" panose="020B0503020204020204" pitchFamily="34" charset="-122"/>
                <a:cs typeface="Times New Roman" panose="02020603050405020304" pitchFamily="18" charset="0"/>
              </a:rPr>
              <a:t>检查算法及其内部各处理逻辑的正确性。</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a:extLst>
              <a:ext uri="{FF2B5EF4-FFF2-40B4-BE49-F238E27FC236}">
                <a16:creationId xmlns:a16="http://schemas.microsoft.com/office/drawing/2014/main" id="{55D345A2-366A-4223-8DD9-A29B09C6179A}"/>
              </a:ext>
            </a:extLst>
          </p:cNvPr>
          <p:cNvSpPr/>
          <p:nvPr/>
        </p:nvSpPr>
        <p:spPr>
          <a:xfrm>
            <a:off x="3355002" y="5086023"/>
            <a:ext cx="1578924"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7A87BB2E-1FC6-4129-845D-EC0C3E5178A2}"/>
              </a:ext>
            </a:extLst>
          </p:cNvPr>
          <p:cNvSpPr txBox="1"/>
          <p:nvPr/>
        </p:nvSpPr>
        <p:spPr>
          <a:xfrm flipH="1">
            <a:off x="5031860" y="5086023"/>
            <a:ext cx="1478282" cy="400110"/>
          </a:xfrm>
          <a:prstGeom prst="rect">
            <a:avLst/>
          </a:prstGeom>
          <a:noFill/>
        </p:spPr>
        <p:txBody>
          <a:bodyPr wrap="square" rtlCol="0">
            <a:spAutoFit/>
          </a:bodyPr>
          <a:lstStyle/>
          <a:p>
            <a:r>
              <a:rPr lang="zh-CN" altLang="en-US" sz="2000" dirty="0">
                <a:solidFill>
                  <a:srgbClr val="FF0000"/>
                </a:solidFill>
              </a:rPr>
              <a:t>逻辑错误</a:t>
            </a:r>
          </a:p>
        </p:txBody>
      </p:sp>
    </p:spTree>
    <p:extLst>
      <p:ext uri="{BB962C8B-B14F-4D97-AF65-F5344CB8AC3E}">
        <p14:creationId xmlns:p14="http://schemas.microsoft.com/office/powerpoint/2010/main" val="532491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思路</a:t>
            </a:r>
          </a:p>
        </p:txBody>
      </p:sp>
      <p:sp>
        <p:nvSpPr>
          <p:cNvPr id="3" name="内容占位符 2">
            <a:extLst>
              <a:ext uri="{FF2B5EF4-FFF2-40B4-BE49-F238E27FC236}">
                <a16:creationId xmlns:a16="http://schemas.microsoft.com/office/drawing/2014/main" id="{72885538-B4E5-44D2-ADED-593D0F9B404F}"/>
              </a:ext>
            </a:extLst>
          </p:cNvPr>
          <p:cNvSpPr>
            <a:spLocks noGrp="1"/>
          </p:cNvSpPr>
          <p:nvPr>
            <p:ph sz="quarter" idx="14"/>
          </p:nvPr>
        </p:nvSpPr>
        <p:spPr/>
        <p:txBody>
          <a:bodyPr/>
          <a:lstStyle/>
          <a:p>
            <a:r>
              <a:rPr lang="zh-CN" altLang="en-US" dirty="0"/>
              <a:t>模块接口</a:t>
            </a:r>
          </a:p>
        </p:txBody>
      </p:sp>
      <p:pic>
        <p:nvPicPr>
          <p:cNvPr id="6" name="图片 5">
            <a:extLst>
              <a:ext uri="{FF2B5EF4-FFF2-40B4-BE49-F238E27FC236}">
                <a16:creationId xmlns:a16="http://schemas.microsoft.com/office/drawing/2014/main" id="{E2C246E3-FB54-418F-A995-8785A38F6082}"/>
              </a:ext>
            </a:extLst>
          </p:cNvPr>
          <p:cNvPicPr>
            <a:picLocks noChangeAspect="1"/>
          </p:cNvPicPr>
          <p:nvPr/>
        </p:nvPicPr>
        <p:blipFill>
          <a:blip r:embed="rId3"/>
          <a:stretch>
            <a:fillRect/>
          </a:stretch>
        </p:blipFill>
        <p:spPr>
          <a:xfrm>
            <a:off x="3353435" y="3832349"/>
            <a:ext cx="5167629" cy="2504137"/>
          </a:xfrm>
          <a:prstGeom prst="rect">
            <a:avLst/>
          </a:prstGeom>
        </p:spPr>
      </p:pic>
      <p:sp>
        <p:nvSpPr>
          <p:cNvPr id="7" name="矩形 6">
            <a:extLst>
              <a:ext uri="{FF2B5EF4-FFF2-40B4-BE49-F238E27FC236}">
                <a16:creationId xmlns:a16="http://schemas.microsoft.com/office/drawing/2014/main" id="{A4525D8C-EA4B-4CB4-B273-D4F16A44BEB1}"/>
              </a:ext>
            </a:extLst>
          </p:cNvPr>
          <p:cNvSpPr/>
          <p:nvPr/>
        </p:nvSpPr>
        <p:spPr>
          <a:xfrm>
            <a:off x="538917" y="1695446"/>
            <a:ext cx="7792283" cy="1895519"/>
          </a:xfrm>
          <a:prstGeom prst="rect">
            <a:avLst/>
          </a:prstGeom>
        </p:spPr>
        <p:txBody>
          <a:bodyPr wrap="square">
            <a:spAutoFit/>
          </a:bodyPr>
          <a:lstStyle/>
          <a:p>
            <a:pPr indent="267335" algn="just">
              <a:lnSpc>
                <a:spcPct val="150000"/>
              </a:lnSpc>
              <a:spcAft>
                <a:spcPts val="525"/>
              </a:spcAft>
            </a:pPr>
            <a:r>
              <a:rPr lang="zh-CN" altLang="zh-CN" sz="1600" kern="0" dirty="0">
                <a:latin typeface="微软雅黑" panose="020B0503020204020204" pitchFamily="34" charset="-122"/>
                <a:ea typeface="微软雅黑" panose="020B0503020204020204" pitchFamily="34" charset="-122"/>
                <a:cs typeface="Times New Roman" panose="02020603050405020304" pitchFamily="18" charset="0"/>
              </a:rPr>
              <a:t>检查模块接口的正确性，包括形式参数个数、类型、次序和返回值类型的正确性。同时，检查模块调用其他模块代码的正确性，包括实际参数个数、类型、次序和返回值的正确性。对于具有多态的方法，应着重检查。对于被调用方法的返回值，必要时可通过打印或程序插桩等方式进行插桩和检查。当被调用方法出错或存在异常时，应给出反馈并添加适当的处理代码。</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682921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思路</a:t>
            </a:r>
          </a:p>
        </p:txBody>
      </p:sp>
      <p:sp>
        <p:nvSpPr>
          <p:cNvPr id="3" name="内容占位符 2">
            <a:extLst>
              <a:ext uri="{FF2B5EF4-FFF2-40B4-BE49-F238E27FC236}">
                <a16:creationId xmlns:a16="http://schemas.microsoft.com/office/drawing/2014/main" id="{72885538-B4E5-44D2-ADED-593D0F9B404F}"/>
              </a:ext>
            </a:extLst>
          </p:cNvPr>
          <p:cNvSpPr>
            <a:spLocks noGrp="1"/>
          </p:cNvSpPr>
          <p:nvPr>
            <p:ph sz="quarter" idx="14"/>
          </p:nvPr>
        </p:nvSpPr>
        <p:spPr/>
        <p:txBody>
          <a:bodyPr/>
          <a:lstStyle/>
          <a:p>
            <a:r>
              <a:rPr lang="zh-CN" altLang="en-US" dirty="0"/>
              <a:t>数据结构</a:t>
            </a:r>
          </a:p>
        </p:txBody>
      </p:sp>
      <p:sp>
        <p:nvSpPr>
          <p:cNvPr id="4" name="矩形 3">
            <a:extLst>
              <a:ext uri="{FF2B5EF4-FFF2-40B4-BE49-F238E27FC236}">
                <a16:creationId xmlns:a16="http://schemas.microsoft.com/office/drawing/2014/main" id="{1109A892-2703-43BB-9C2B-CAE256C16C04}"/>
              </a:ext>
            </a:extLst>
          </p:cNvPr>
          <p:cNvSpPr/>
          <p:nvPr/>
        </p:nvSpPr>
        <p:spPr>
          <a:xfrm>
            <a:off x="868844" y="1802756"/>
            <a:ext cx="5379037" cy="424155"/>
          </a:xfrm>
          <a:prstGeom prst="rect">
            <a:avLst/>
          </a:prstGeom>
        </p:spPr>
        <p:txBody>
          <a:bodyPr wrap="none">
            <a:spAutoFit/>
          </a:bodyPr>
          <a:lstStyle/>
          <a:p>
            <a:pPr indent="267335" algn="just">
              <a:lnSpc>
                <a:spcPct val="150000"/>
              </a:lnSpc>
            </a:pPr>
            <a:r>
              <a:rPr lang="zh-CN" altLang="zh-CN" sz="1600" kern="0" dirty="0">
                <a:latin typeface="微软雅黑" panose="020B0503020204020204" pitchFamily="34" charset="-122"/>
                <a:ea typeface="微软雅黑" panose="020B0503020204020204" pitchFamily="34" charset="-122"/>
                <a:cs typeface="Times New Roman" panose="02020603050405020304" pitchFamily="18" charset="0"/>
              </a:rPr>
              <a:t>检查全局和局部数据结构的定义是否正确实现和使用。</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81DFC69C-F8EF-4B63-AB55-9396C35A4BD5}"/>
              </a:ext>
            </a:extLst>
          </p:cNvPr>
          <p:cNvPicPr>
            <a:picLocks noChangeAspect="1"/>
          </p:cNvPicPr>
          <p:nvPr/>
        </p:nvPicPr>
        <p:blipFill>
          <a:blip r:embed="rId3"/>
          <a:stretch>
            <a:fillRect/>
          </a:stretch>
        </p:blipFill>
        <p:spPr>
          <a:xfrm>
            <a:off x="749300" y="2654300"/>
            <a:ext cx="7879998" cy="2451190"/>
          </a:xfrm>
          <a:prstGeom prst="rect">
            <a:avLst/>
          </a:prstGeom>
        </p:spPr>
      </p:pic>
    </p:spTree>
    <p:extLst>
      <p:ext uri="{BB962C8B-B14F-4D97-AF65-F5344CB8AC3E}">
        <p14:creationId xmlns:p14="http://schemas.microsoft.com/office/powerpoint/2010/main" val="3141627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思路</a:t>
            </a:r>
          </a:p>
        </p:txBody>
      </p:sp>
      <p:sp>
        <p:nvSpPr>
          <p:cNvPr id="3" name="内容占位符 2">
            <a:extLst>
              <a:ext uri="{FF2B5EF4-FFF2-40B4-BE49-F238E27FC236}">
                <a16:creationId xmlns:a16="http://schemas.microsoft.com/office/drawing/2014/main" id="{72885538-B4E5-44D2-ADED-593D0F9B404F}"/>
              </a:ext>
            </a:extLst>
          </p:cNvPr>
          <p:cNvSpPr>
            <a:spLocks noGrp="1"/>
          </p:cNvSpPr>
          <p:nvPr>
            <p:ph sz="quarter" idx="14"/>
          </p:nvPr>
        </p:nvSpPr>
        <p:spPr/>
        <p:txBody>
          <a:bodyPr/>
          <a:lstStyle/>
          <a:p>
            <a:r>
              <a:rPr lang="zh-CN" altLang="en-US" dirty="0"/>
              <a:t>边界条件</a:t>
            </a:r>
          </a:p>
        </p:txBody>
      </p:sp>
      <p:pic>
        <p:nvPicPr>
          <p:cNvPr id="4" name="图片 3">
            <a:extLst>
              <a:ext uri="{FF2B5EF4-FFF2-40B4-BE49-F238E27FC236}">
                <a16:creationId xmlns:a16="http://schemas.microsoft.com/office/drawing/2014/main" id="{5F7040B8-17E9-490E-AE5E-061C58BD7D6B}"/>
              </a:ext>
            </a:extLst>
          </p:cNvPr>
          <p:cNvPicPr>
            <a:picLocks noChangeAspect="1"/>
          </p:cNvPicPr>
          <p:nvPr/>
        </p:nvPicPr>
        <p:blipFill>
          <a:blip r:embed="rId3"/>
          <a:stretch>
            <a:fillRect/>
          </a:stretch>
        </p:blipFill>
        <p:spPr>
          <a:xfrm>
            <a:off x="1746250" y="2584449"/>
            <a:ext cx="7166975" cy="3892777"/>
          </a:xfrm>
          <a:prstGeom prst="rect">
            <a:avLst/>
          </a:prstGeom>
        </p:spPr>
      </p:pic>
      <p:sp>
        <p:nvSpPr>
          <p:cNvPr id="5" name="矩形 4">
            <a:extLst>
              <a:ext uri="{FF2B5EF4-FFF2-40B4-BE49-F238E27FC236}">
                <a16:creationId xmlns:a16="http://schemas.microsoft.com/office/drawing/2014/main" id="{E14F1061-ABA1-4FCB-B95E-C993D8DC7BEF}"/>
              </a:ext>
            </a:extLst>
          </p:cNvPr>
          <p:cNvSpPr/>
          <p:nvPr/>
        </p:nvSpPr>
        <p:spPr>
          <a:xfrm>
            <a:off x="740862" y="1876422"/>
            <a:ext cx="7662275" cy="584775"/>
          </a:xfrm>
          <a:prstGeom prst="rect">
            <a:avLst/>
          </a:prstGeom>
        </p:spPr>
        <p:txBody>
          <a:bodyPr wrap="square">
            <a:spAutoFit/>
          </a:bodyPr>
          <a:lstStyle/>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检查程序中各个边界条件是否实现正确。在边界检查时，除考虑需求本身的边界范围外，还应当考虑变量类型本身的边界。</a:t>
            </a:r>
            <a:endParaRPr lang="zh-CN" altLang="en-US" sz="16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96BF3A6-D6A7-4EBE-B72F-B995A9463986}"/>
              </a:ext>
            </a:extLst>
          </p:cNvPr>
          <p:cNvSpPr/>
          <p:nvPr/>
        </p:nvSpPr>
        <p:spPr>
          <a:xfrm>
            <a:off x="2051050" y="4108450"/>
            <a:ext cx="5943600" cy="685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F9FBCB6C-73CB-4371-8A5D-A4B08B38CE88}"/>
              </a:ext>
            </a:extLst>
          </p:cNvPr>
          <p:cNvSpPr/>
          <p:nvPr/>
        </p:nvSpPr>
        <p:spPr>
          <a:xfrm>
            <a:off x="2355849" y="4798158"/>
            <a:ext cx="6557375" cy="685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4088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思路</a:t>
            </a:r>
          </a:p>
        </p:txBody>
      </p:sp>
      <p:sp>
        <p:nvSpPr>
          <p:cNvPr id="3" name="内容占位符 2">
            <a:extLst>
              <a:ext uri="{FF2B5EF4-FFF2-40B4-BE49-F238E27FC236}">
                <a16:creationId xmlns:a16="http://schemas.microsoft.com/office/drawing/2014/main" id="{72885538-B4E5-44D2-ADED-593D0F9B404F}"/>
              </a:ext>
            </a:extLst>
          </p:cNvPr>
          <p:cNvSpPr>
            <a:spLocks noGrp="1"/>
          </p:cNvSpPr>
          <p:nvPr>
            <p:ph sz="quarter" idx="14"/>
          </p:nvPr>
        </p:nvSpPr>
        <p:spPr/>
        <p:txBody>
          <a:bodyPr/>
          <a:lstStyle/>
          <a:p>
            <a:r>
              <a:rPr lang="zh-CN" altLang="en-US" dirty="0"/>
              <a:t>独立路径</a:t>
            </a:r>
          </a:p>
        </p:txBody>
      </p:sp>
      <p:pic>
        <p:nvPicPr>
          <p:cNvPr id="4" name="图片 3">
            <a:extLst>
              <a:ext uri="{FF2B5EF4-FFF2-40B4-BE49-F238E27FC236}">
                <a16:creationId xmlns:a16="http://schemas.microsoft.com/office/drawing/2014/main" id="{9246B944-C305-4A47-A3F4-FD88F16525FB}"/>
              </a:ext>
            </a:extLst>
          </p:cNvPr>
          <p:cNvPicPr>
            <a:picLocks noChangeAspect="1"/>
          </p:cNvPicPr>
          <p:nvPr/>
        </p:nvPicPr>
        <p:blipFill>
          <a:blip r:embed="rId3"/>
          <a:stretch>
            <a:fillRect/>
          </a:stretch>
        </p:blipFill>
        <p:spPr>
          <a:xfrm>
            <a:off x="2116761" y="2673350"/>
            <a:ext cx="6713877" cy="3581400"/>
          </a:xfrm>
          <a:prstGeom prst="rect">
            <a:avLst/>
          </a:prstGeom>
        </p:spPr>
      </p:pic>
      <p:sp>
        <p:nvSpPr>
          <p:cNvPr id="5" name="矩形 4">
            <a:extLst>
              <a:ext uri="{FF2B5EF4-FFF2-40B4-BE49-F238E27FC236}">
                <a16:creationId xmlns:a16="http://schemas.microsoft.com/office/drawing/2014/main" id="{FB8C72A5-CC7E-4832-80C4-1FAF07B17FBD}"/>
              </a:ext>
            </a:extLst>
          </p:cNvPr>
          <p:cNvSpPr/>
          <p:nvPr/>
        </p:nvSpPr>
        <p:spPr>
          <a:xfrm>
            <a:off x="2116761" y="1737745"/>
            <a:ext cx="5046039" cy="784702"/>
          </a:xfrm>
          <a:prstGeom prst="rect">
            <a:avLst/>
          </a:prstGeom>
        </p:spPr>
        <p:txBody>
          <a:bodyPr wrap="square">
            <a:spAutoFit/>
          </a:bodyPr>
          <a:lstStyle/>
          <a:p>
            <a:pPr indent="267335" algn="just">
              <a:lnSpc>
                <a:spcPct val="150000"/>
              </a:lnSpc>
              <a:spcAft>
                <a:spcPts val="525"/>
              </a:spcAft>
            </a:pPr>
            <a:r>
              <a:rPr lang="zh-CN" altLang="zh-CN" sz="1600" kern="0" dirty="0">
                <a:latin typeface="微软雅黑" panose="020B0503020204020204" pitchFamily="34" charset="-122"/>
                <a:ea typeface="微软雅黑" panose="020B0503020204020204" pitchFamily="34" charset="-122"/>
                <a:cs typeface="Times New Roman" panose="02020603050405020304" pitchFamily="18" charset="0"/>
              </a:rPr>
              <a:t>检查是否存在遗漏或未正确实现的处理逻辑。处理逻辑遗漏通常会造成部分独立路径缺失。</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409019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DF200DC-7588-4A5A-A7F1-DA67AFE0FB16}"/>
              </a:ext>
            </a:extLst>
          </p:cNvPr>
          <p:cNvSpPr>
            <a:spLocks noGrp="1"/>
          </p:cNvSpPr>
          <p:nvPr>
            <p:ph type="body" sz="quarter" idx="13"/>
          </p:nvPr>
        </p:nvSpPr>
        <p:spPr/>
        <p:txBody>
          <a:bodyPr/>
          <a:lstStyle/>
          <a:p>
            <a:r>
              <a:rPr lang="zh-CN" altLang="en-US" dirty="0"/>
              <a:t>比赛建议</a:t>
            </a:r>
            <a:r>
              <a:rPr lang="en-US" altLang="zh-CN" dirty="0"/>
              <a:t>-</a:t>
            </a:r>
            <a:r>
              <a:rPr lang="zh-CN" altLang="en-US" dirty="0"/>
              <a:t>思路</a:t>
            </a:r>
          </a:p>
        </p:txBody>
      </p:sp>
      <p:sp>
        <p:nvSpPr>
          <p:cNvPr id="3" name="内容占位符 2">
            <a:extLst>
              <a:ext uri="{FF2B5EF4-FFF2-40B4-BE49-F238E27FC236}">
                <a16:creationId xmlns:a16="http://schemas.microsoft.com/office/drawing/2014/main" id="{7B77D502-04B9-4039-8672-903F018AD779}"/>
              </a:ext>
            </a:extLst>
          </p:cNvPr>
          <p:cNvSpPr>
            <a:spLocks noGrp="1"/>
          </p:cNvSpPr>
          <p:nvPr>
            <p:ph sz="quarter" idx="14"/>
          </p:nvPr>
        </p:nvSpPr>
        <p:spPr/>
        <p:txBody>
          <a:bodyPr/>
          <a:lstStyle/>
          <a:p>
            <a:r>
              <a:rPr lang="zh-CN" altLang="en-US" dirty="0"/>
              <a:t>错误处理</a:t>
            </a:r>
          </a:p>
        </p:txBody>
      </p:sp>
      <p:sp>
        <p:nvSpPr>
          <p:cNvPr id="4" name="矩形 3">
            <a:extLst>
              <a:ext uri="{FF2B5EF4-FFF2-40B4-BE49-F238E27FC236}">
                <a16:creationId xmlns:a16="http://schemas.microsoft.com/office/drawing/2014/main" id="{188D61A7-29D0-4312-9EA6-66B6E5165627}"/>
              </a:ext>
            </a:extLst>
          </p:cNvPr>
          <p:cNvSpPr/>
          <p:nvPr/>
        </p:nvSpPr>
        <p:spPr>
          <a:xfrm>
            <a:off x="598823" y="2124072"/>
            <a:ext cx="7592677" cy="1514132"/>
          </a:xfrm>
          <a:prstGeom prst="rect">
            <a:avLst/>
          </a:prstGeom>
        </p:spPr>
        <p:txBody>
          <a:bodyPr wrap="square">
            <a:spAutoFit/>
          </a:bodyPr>
          <a:lstStyle/>
          <a:p>
            <a:pPr indent="267335" algn="just">
              <a:lnSpc>
                <a:spcPct val="150000"/>
              </a:lnSpc>
              <a:spcAft>
                <a:spcPts val="525"/>
              </a:spcAft>
            </a:pPr>
            <a:r>
              <a:rPr lang="zh-CN" altLang="zh-CN" sz="1600" kern="0" dirty="0">
                <a:latin typeface="微软雅黑" panose="020B0503020204020204" pitchFamily="34" charset="-122"/>
                <a:ea typeface="微软雅黑" panose="020B0503020204020204" pitchFamily="34" charset="-122"/>
                <a:cs typeface="Times New Roman" panose="02020603050405020304" pitchFamily="18" charset="0"/>
              </a:rPr>
              <a:t>检查单元模块是否包含了正确的错误处理代码，避免程序出现错误或异常时直接崩溃。对单元模块的错误处理进行测试时，若存在以下情况，可认为模块未提供有效的错误处理功能：① 错误描述难以理解，不能对错误定位提供有效帮助；② 错误描述与实际情况不符；③ 错误处理不正确，或错误处理滞后。</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C636EAED-1B50-4982-9344-586A4F94A566}"/>
              </a:ext>
            </a:extLst>
          </p:cNvPr>
          <p:cNvPicPr>
            <a:picLocks noChangeAspect="1"/>
          </p:cNvPicPr>
          <p:nvPr/>
        </p:nvPicPr>
        <p:blipFill>
          <a:blip r:embed="rId3"/>
          <a:stretch>
            <a:fillRect/>
          </a:stretch>
        </p:blipFill>
        <p:spPr>
          <a:xfrm>
            <a:off x="2808288" y="3879850"/>
            <a:ext cx="5167629" cy="2504137"/>
          </a:xfrm>
          <a:prstGeom prst="rect">
            <a:avLst/>
          </a:prstGeom>
        </p:spPr>
      </p:pic>
    </p:spTree>
    <p:extLst>
      <p:ext uri="{BB962C8B-B14F-4D97-AF65-F5344CB8AC3E}">
        <p14:creationId xmlns:p14="http://schemas.microsoft.com/office/powerpoint/2010/main" val="1149788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DF200DC-7588-4A5A-A7F1-DA67AFE0FB16}"/>
              </a:ext>
            </a:extLst>
          </p:cNvPr>
          <p:cNvSpPr>
            <a:spLocks noGrp="1"/>
          </p:cNvSpPr>
          <p:nvPr>
            <p:ph type="body" sz="quarter" idx="13"/>
          </p:nvPr>
        </p:nvSpPr>
        <p:spPr/>
        <p:txBody>
          <a:bodyPr/>
          <a:lstStyle/>
          <a:p>
            <a:r>
              <a:rPr lang="zh-CN" altLang="en-US" dirty="0"/>
              <a:t>比赛建议</a:t>
            </a:r>
            <a:r>
              <a:rPr lang="en-US" altLang="zh-CN" dirty="0"/>
              <a:t>-</a:t>
            </a:r>
            <a:r>
              <a:rPr lang="zh-CN" altLang="en-US" dirty="0"/>
              <a:t>思路</a:t>
            </a:r>
          </a:p>
        </p:txBody>
      </p:sp>
      <p:sp>
        <p:nvSpPr>
          <p:cNvPr id="3" name="内容占位符 2">
            <a:extLst>
              <a:ext uri="{FF2B5EF4-FFF2-40B4-BE49-F238E27FC236}">
                <a16:creationId xmlns:a16="http://schemas.microsoft.com/office/drawing/2014/main" id="{7B77D502-04B9-4039-8672-903F018AD779}"/>
              </a:ext>
            </a:extLst>
          </p:cNvPr>
          <p:cNvSpPr>
            <a:spLocks noGrp="1"/>
          </p:cNvSpPr>
          <p:nvPr>
            <p:ph sz="quarter" idx="14"/>
          </p:nvPr>
        </p:nvSpPr>
        <p:spPr/>
        <p:txBody>
          <a:bodyPr/>
          <a:lstStyle/>
          <a:p>
            <a:r>
              <a:rPr lang="zh-CN" altLang="en-US" dirty="0"/>
              <a:t>输入数据</a:t>
            </a:r>
          </a:p>
        </p:txBody>
      </p:sp>
      <p:sp>
        <p:nvSpPr>
          <p:cNvPr id="4" name="矩形 3">
            <a:extLst>
              <a:ext uri="{FF2B5EF4-FFF2-40B4-BE49-F238E27FC236}">
                <a16:creationId xmlns:a16="http://schemas.microsoft.com/office/drawing/2014/main" id="{CD2A1FB1-DE98-403B-9EA1-95F57AE0F620}"/>
              </a:ext>
            </a:extLst>
          </p:cNvPr>
          <p:cNvSpPr/>
          <p:nvPr/>
        </p:nvSpPr>
        <p:spPr>
          <a:xfrm>
            <a:off x="311150" y="1792048"/>
            <a:ext cx="7523911" cy="784702"/>
          </a:xfrm>
          <a:prstGeom prst="rect">
            <a:avLst/>
          </a:prstGeom>
        </p:spPr>
        <p:txBody>
          <a:bodyPr wrap="square">
            <a:spAutoFit/>
          </a:bodyPr>
          <a:lstStyle/>
          <a:p>
            <a:pPr indent="267335" algn="just">
              <a:lnSpc>
                <a:spcPct val="150000"/>
              </a:lnSpc>
              <a:spcAft>
                <a:spcPts val="525"/>
              </a:spcAft>
            </a:pPr>
            <a:r>
              <a:rPr lang="zh-CN" altLang="zh-CN" sz="1600" kern="0" dirty="0">
                <a:latin typeface="微软雅黑" panose="020B0503020204020204" pitchFamily="34" charset="-122"/>
                <a:ea typeface="微软雅黑" panose="020B0503020204020204" pitchFamily="34" charset="-122"/>
                <a:cs typeface="Times New Roman" panose="02020603050405020304" pitchFamily="18" charset="0"/>
              </a:rPr>
              <a:t>检查输入数据的正确性、规范性和合理性。实践开发经验表明未对输入数据进行有效的检查是造成软件系统不正确的重要原因之一。</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384FC13D-380D-4920-999C-B54FA43ABCC2}"/>
              </a:ext>
            </a:extLst>
          </p:cNvPr>
          <p:cNvPicPr>
            <a:picLocks noChangeAspect="1"/>
          </p:cNvPicPr>
          <p:nvPr/>
        </p:nvPicPr>
        <p:blipFill>
          <a:blip r:embed="rId3"/>
          <a:stretch>
            <a:fillRect/>
          </a:stretch>
        </p:blipFill>
        <p:spPr>
          <a:xfrm>
            <a:off x="2103778" y="2679700"/>
            <a:ext cx="6874283" cy="3733800"/>
          </a:xfrm>
          <a:prstGeom prst="rect">
            <a:avLst/>
          </a:prstGeom>
        </p:spPr>
      </p:pic>
    </p:spTree>
    <p:extLst>
      <p:ext uri="{BB962C8B-B14F-4D97-AF65-F5344CB8AC3E}">
        <p14:creationId xmlns:p14="http://schemas.microsoft.com/office/powerpoint/2010/main" val="3191313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注解</a:t>
            </a:r>
          </a:p>
        </p:txBody>
      </p:sp>
      <p:sp>
        <p:nvSpPr>
          <p:cNvPr id="3" name="圆角矩形 8">
            <a:extLst>
              <a:ext uri="{FF2B5EF4-FFF2-40B4-BE49-F238E27FC236}">
                <a16:creationId xmlns:a16="http://schemas.microsoft.com/office/drawing/2014/main" id="{74E6B64E-F567-4769-9019-8C650A857A2C}"/>
              </a:ext>
            </a:extLst>
          </p:cNvPr>
          <p:cNvSpPr/>
          <p:nvPr/>
        </p:nvSpPr>
        <p:spPr>
          <a:xfrm>
            <a:off x="150040" y="2222500"/>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lnSpc>
                <a:spcPts val="3510"/>
              </a:lnSpc>
              <a:buFont typeface="Arial" panose="020B0604020202020204" pitchFamily="34" charset="0"/>
              <a:buChar char="•"/>
            </a:pPr>
            <a:r>
              <a:rPr lang="en-US" altLang="zh-CN" sz="2105" b="1" dirty="0">
                <a:solidFill>
                  <a:srgbClr val="0076CB"/>
                </a:solidFill>
                <a:latin typeface="微软雅黑 Light" panose="020B0502040204020203" pitchFamily="34" charset="-122"/>
                <a:ea typeface="微软雅黑 Light" panose="020B0502040204020203" pitchFamily="34" charset="-122"/>
              </a:rPr>
              <a:t>@ Test</a:t>
            </a:r>
            <a:r>
              <a:rPr lang="zh-CN" altLang="en-US" sz="2105" b="1" dirty="0">
                <a:solidFill>
                  <a:srgbClr val="0076CB"/>
                </a:solidFill>
                <a:latin typeface="微软雅黑 Light" panose="020B0502040204020203" pitchFamily="34" charset="-122"/>
                <a:ea typeface="微软雅黑 Light" panose="020B0502040204020203" pitchFamily="34" charset="-122"/>
              </a:rPr>
              <a:t>所注解的方法被称为测试用例，包含了源程序的测试代码。</a:t>
            </a:r>
          </a:p>
        </p:txBody>
      </p:sp>
      <p:sp>
        <p:nvSpPr>
          <p:cNvPr id="4" name="圆角矩形 8">
            <a:extLst>
              <a:ext uri="{FF2B5EF4-FFF2-40B4-BE49-F238E27FC236}">
                <a16:creationId xmlns:a16="http://schemas.microsoft.com/office/drawing/2014/main" id="{9DD44F9E-B393-4700-8373-2D587A421E50}"/>
              </a:ext>
            </a:extLst>
          </p:cNvPr>
          <p:cNvSpPr/>
          <p:nvPr/>
        </p:nvSpPr>
        <p:spPr>
          <a:xfrm>
            <a:off x="130502" y="3354555"/>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lnSpc>
                <a:spcPts val="3510"/>
              </a:lnSpc>
              <a:buFont typeface="Arial" panose="020B0604020202020204" pitchFamily="34" charset="0"/>
              <a:buChar char="•"/>
            </a:pPr>
            <a:r>
              <a:rPr lang="en-US" altLang="zh-CN" sz="2105" b="1" dirty="0">
                <a:solidFill>
                  <a:srgbClr val="0076CB"/>
                </a:solidFill>
                <a:latin typeface="微软雅黑 Light" panose="020B0502040204020203" pitchFamily="34" charset="-122"/>
                <a:ea typeface="微软雅黑 Light" panose="020B0502040204020203" pitchFamily="34" charset="-122"/>
              </a:rPr>
              <a:t>@Ignore</a:t>
            </a:r>
            <a:r>
              <a:rPr lang="zh-CN" altLang="en-US" sz="2105" b="1" dirty="0">
                <a:solidFill>
                  <a:srgbClr val="0076CB"/>
                </a:solidFill>
                <a:latin typeface="微软雅黑 Light" panose="020B0502040204020203" pitchFamily="34" charset="-122"/>
                <a:ea typeface="微软雅黑 Light" panose="020B0502040204020203" pitchFamily="34" charset="-122"/>
              </a:rPr>
              <a:t>所注解的方法在测试过程中不会运行。</a:t>
            </a:r>
            <a:endParaRPr lang="en-US" altLang="zh-CN" sz="2105" dirty="0">
              <a:solidFill>
                <a:prstClr val="black"/>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14655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注解</a:t>
            </a:r>
          </a:p>
        </p:txBody>
      </p:sp>
      <p:sp>
        <p:nvSpPr>
          <p:cNvPr id="3" name="圆角矩形 8">
            <a:extLst>
              <a:ext uri="{FF2B5EF4-FFF2-40B4-BE49-F238E27FC236}">
                <a16:creationId xmlns:a16="http://schemas.microsoft.com/office/drawing/2014/main" id="{AFF0AD6A-2BC8-4A72-8238-982FEE5A2D97}"/>
              </a:ext>
            </a:extLst>
          </p:cNvPr>
          <p:cNvSpPr/>
          <p:nvPr/>
        </p:nvSpPr>
        <p:spPr>
          <a:xfrm>
            <a:off x="150040" y="2294404"/>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lnSpc>
                <a:spcPts val="3510"/>
              </a:lnSpc>
              <a:buFont typeface="Arial" panose="020B0604020202020204" pitchFamily="34" charset="0"/>
              <a:buChar char="•"/>
            </a:pPr>
            <a:r>
              <a:rPr lang="en-US" altLang="zh-CN" sz="2105" b="1" dirty="0">
                <a:solidFill>
                  <a:srgbClr val="0076CB"/>
                </a:solidFill>
                <a:latin typeface="微软雅黑 Light" panose="020B0502040204020203" pitchFamily="34" charset="-122"/>
                <a:ea typeface="微软雅黑 Light" panose="020B0502040204020203" pitchFamily="34" charset="-122"/>
              </a:rPr>
              <a:t>@BeforeClass</a:t>
            </a:r>
            <a:r>
              <a:rPr lang="zh-CN" altLang="en-US" sz="2105" b="1" dirty="0">
                <a:solidFill>
                  <a:srgbClr val="0076CB"/>
                </a:solidFill>
                <a:latin typeface="微软雅黑 Light" panose="020B0502040204020203" pitchFamily="34" charset="-122"/>
                <a:ea typeface="微软雅黑 Light" panose="020B0502040204020203" pitchFamily="34" charset="-122"/>
              </a:rPr>
              <a:t>：所注解的方法是</a:t>
            </a:r>
            <a:r>
              <a:rPr lang="en-US" altLang="zh-CN" sz="2105" b="1" dirty="0">
                <a:solidFill>
                  <a:srgbClr val="0076CB"/>
                </a:solidFill>
                <a:latin typeface="微软雅黑 Light" panose="020B0502040204020203" pitchFamily="34" charset="-122"/>
                <a:ea typeface="微软雅黑 Light" panose="020B0502040204020203" pitchFamily="34" charset="-122"/>
              </a:rPr>
              <a:t>JUnit</a:t>
            </a:r>
            <a:r>
              <a:rPr lang="zh-CN" altLang="en-US" sz="2105" b="1" dirty="0">
                <a:solidFill>
                  <a:srgbClr val="0076CB"/>
                </a:solidFill>
                <a:latin typeface="微软雅黑 Light" panose="020B0502040204020203" pitchFamily="34" charset="-122"/>
                <a:ea typeface="微软雅黑 Light" panose="020B0502040204020203" pitchFamily="34" charset="-122"/>
              </a:rPr>
              <a:t>测试时首个被运行的方法，且只被运行一次。</a:t>
            </a:r>
            <a:endParaRPr lang="en-US" altLang="zh-CN" sz="2105" dirty="0">
              <a:solidFill>
                <a:prstClr val="black"/>
              </a:solidFill>
              <a:latin typeface="微软雅黑 Light" panose="020B0502040204020203" pitchFamily="34" charset="-122"/>
              <a:ea typeface="微软雅黑 Light" panose="020B0502040204020203" pitchFamily="34" charset="-122"/>
            </a:endParaRPr>
          </a:p>
        </p:txBody>
      </p:sp>
      <p:sp>
        <p:nvSpPr>
          <p:cNvPr id="4" name="圆角矩形 8">
            <a:extLst>
              <a:ext uri="{FF2B5EF4-FFF2-40B4-BE49-F238E27FC236}">
                <a16:creationId xmlns:a16="http://schemas.microsoft.com/office/drawing/2014/main" id="{6D14F536-AC07-4B89-B565-1F77337B076F}"/>
              </a:ext>
            </a:extLst>
          </p:cNvPr>
          <p:cNvSpPr/>
          <p:nvPr/>
        </p:nvSpPr>
        <p:spPr>
          <a:xfrm>
            <a:off x="150040" y="3632200"/>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lnSpc>
                <a:spcPts val="3510"/>
              </a:lnSpc>
              <a:buFont typeface="Arial" panose="020B0604020202020204" pitchFamily="34" charset="0"/>
              <a:buChar char="•"/>
            </a:pPr>
            <a:r>
              <a:rPr lang="en-US" altLang="zh-CN" sz="2105" b="1" dirty="0">
                <a:solidFill>
                  <a:srgbClr val="0076CB"/>
                </a:solidFill>
                <a:latin typeface="微软雅黑 Light" panose="020B0502040204020203" pitchFamily="34" charset="-122"/>
                <a:ea typeface="微软雅黑 Light" panose="020B0502040204020203" pitchFamily="34" charset="-122"/>
              </a:rPr>
              <a:t>@AfterClass</a:t>
            </a:r>
            <a:r>
              <a:rPr lang="zh-CN" altLang="en-US" sz="2105" b="1" dirty="0">
                <a:solidFill>
                  <a:srgbClr val="0076CB"/>
                </a:solidFill>
                <a:latin typeface="微软雅黑 Light" panose="020B0502040204020203" pitchFamily="34" charset="-122"/>
                <a:ea typeface="微软雅黑 Light" panose="020B0502040204020203" pitchFamily="34" charset="-122"/>
              </a:rPr>
              <a:t>所注解的方法是</a:t>
            </a:r>
            <a:r>
              <a:rPr lang="en-US" altLang="zh-CN" sz="2105" b="1" dirty="0">
                <a:solidFill>
                  <a:srgbClr val="0076CB"/>
                </a:solidFill>
                <a:latin typeface="微软雅黑 Light" panose="020B0502040204020203" pitchFamily="34" charset="-122"/>
                <a:ea typeface="微软雅黑 Light" panose="020B0502040204020203" pitchFamily="34" charset="-122"/>
              </a:rPr>
              <a:t>JUnit</a:t>
            </a:r>
            <a:r>
              <a:rPr lang="zh-CN" altLang="en-US" sz="2105" b="1" dirty="0">
                <a:solidFill>
                  <a:srgbClr val="0076CB"/>
                </a:solidFill>
                <a:latin typeface="微软雅黑 Light" panose="020B0502040204020203" pitchFamily="34" charset="-122"/>
                <a:ea typeface="微软雅黑 Light" panose="020B0502040204020203" pitchFamily="34" charset="-122"/>
              </a:rPr>
              <a:t>测试时最后一个被运行的方法，且只被运行一次。</a:t>
            </a:r>
            <a:endParaRPr lang="en-US" altLang="zh-CN" sz="2105" dirty="0">
              <a:solidFill>
                <a:prstClr val="black"/>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750477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注解</a:t>
            </a:r>
          </a:p>
        </p:txBody>
      </p:sp>
      <p:sp>
        <p:nvSpPr>
          <p:cNvPr id="3" name="圆角矩形 8">
            <a:extLst>
              <a:ext uri="{FF2B5EF4-FFF2-40B4-BE49-F238E27FC236}">
                <a16:creationId xmlns:a16="http://schemas.microsoft.com/office/drawing/2014/main" id="{0EC3BDE1-A777-44B3-89ED-69E5AE8552EE}"/>
              </a:ext>
            </a:extLst>
          </p:cNvPr>
          <p:cNvSpPr/>
          <p:nvPr/>
        </p:nvSpPr>
        <p:spPr>
          <a:xfrm>
            <a:off x="150040" y="2404895"/>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lnSpc>
                <a:spcPts val="3510"/>
              </a:lnSpc>
              <a:buFont typeface="Arial" panose="020B0604020202020204" pitchFamily="34" charset="0"/>
              <a:buChar char="•"/>
            </a:pPr>
            <a:r>
              <a:rPr lang="en-US" altLang="zh-CN" sz="2105" b="1" dirty="0">
                <a:solidFill>
                  <a:srgbClr val="0076CB"/>
                </a:solidFill>
                <a:latin typeface="微软雅黑 Light" panose="020B0502040204020203" pitchFamily="34" charset="-122"/>
                <a:ea typeface="微软雅黑 Light" panose="020B0502040204020203" pitchFamily="34" charset="-122"/>
              </a:rPr>
              <a:t>@Before</a:t>
            </a:r>
            <a:r>
              <a:rPr lang="zh-CN" altLang="en-US" sz="2105" b="1" dirty="0">
                <a:solidFill>
                  <a:srgbClr val="0076CB"/>
                </a:solidFill>
                <a:latin typeface="微软雅黑 Light" panose="020B0502040204020203" pitchFamily="34" charset="-122"/>
                <a:ea typeface="微软雅黑 Light" panose="020B0502040204020203" pitchFamily="34" charset="-122"/>
              </a:rPr>
              <a:t>所注解的方法在每个测试用例运行之前运行，通用用于初始化测试用例所需的资源。</a:t>
            </a:r>
            <a:endParaRPr lang="en-US" altLang="zh-CN" sz="2105" dirty="0">
              <a:solidFill>
                <a:prstClr val="black"/>
              </a:solidFill>
              <a:latin typeface="微软雅黑 Light" panose="020B0502040204020203" pitchFamily="34" charset="-122"/>
              <a:ea typeface="微软雅黑 Light" panose="020B0502040204020203" pitchFamily="34" charset="-122"/>
            </a:endParaRPr>
          </a:p>
        </p:txBody>
      </p:sp>
      <p:sp>
        <p:nvSpPr>
          <p:cNvPr id="4" name="圆角矩形 8">
            <a:extLst>
              <a:ext uri="{FF2B5EF4-FFF2-40B4-BE49-F238E27FC236}">
                <a16:creationId xmlns:a16="http://schemas.microsoft.com/office/drawing/2014/main" id="{7D3357BC-1543-457B-83C9-07EE138D4A15}"/>
              </a:ext>
            </a:extLst>
          </p:cNvPr>
          <p:cNvSpPr/>
          <p:nvPr/>
        </p:nvSpPr>
        <p:spPr>
          <a:xfrm>
            <a:off x="130502" y="3536950"/>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lnSpc>
                <a:spcPts val="3510"/>
              </a:lnSpc>
              <a:buFont typeface="Arial" panose="020B0604020202020204" pitchFamily="34" charset="0"/>
              <a:buChar char="•"/>
            </a:pPr>
            <a:r>
              <a:rPr lang="en-US" altLang="zh-CN" sz="2105" b="1" dirty="0">
                <a:solidFill>
                  <a:srgbClr val="0076CB"/>
                </a:solidFill>
                <a:latin typeface="微软雅黑 Light" panose="020B0502040204020203" pitchFamily="34" charset="-122"/>
                <a:ea typeface="微软雅黑 Light" panose="020B0502040204020203" pitchFamily="34" charset="-122"/>
              </a:rPr>
              <a:t>@After</a:t>
            </a:r>
            <a:r>
              <a:rPr lang="zh-CN" altLang="en-US" sz="2105" b="1" dirty="0">
                <a:solidFill>
                  <a:srgbClr val="0076CB"/>
                </a:solidFill>
                <a:latin typeface="微软雅黑 Light" panose="020B0502040204020203" pitchFamily="34" charset="-122"/>
                <a:ea typeface="微软雅黑 Light" panose="020B0502040204020203" pitchFamily="34" charset="-122"/>
              </a:rPr>
              <a:t>所注解的方法在每个测试用例运行之后运行，通用用于释放</a:t>
            </a:r>
            <a:r>
              <a:rPr lang="en-US" altLang="zh-CN" sz="2105" b="1" dirty="0">
                <a:solidFill>
                  <a:srgbClr val="0076CB"/>
                </a:solidFill>
                <a:latin typeface="微软雅黑 Light" panose="020B0502040204020203" pitchFamily="34" charset="-122"/>
                <a:ea typeface="微软雅黑 Light" panose="020B0502040204020203" pitchFamily="34" charset="-122"/>
              </a:rPr>
              <a:t>@Before</a:t>
            </a:r>
            <a:r>
              <a:rPr lang="zh-CN" altLang="en-US" sz="2105" b="1" dirty="0">
                <a:solidFill>
                  <a:srgbClr val="0076CB"/>
                </a:solidFill>
                <a:latin typeface="微软雅黑 Light" panose="020B0502040204020203" pitchFamily="34" charset="-122"/>
                <a:ea typeface="微软雅黑 Light" panose="020B0502040204020203" pitchFamily="34" charset="-122"/>
              </a:rPr>
              <a:t>所注解的方法打开的资源。</a:t>
            </a:r>
            <a:endParaRPr lang="en-US" altLang="zh-CN" sz="2105" dirty="0">
              <a:solidFill>
                <a:prstClr val="black"/>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2139945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注解</a:t>
            </a:r>
          </a:p>
        </p:txBody>
      </p:sp>
      <p:grpSp>
        <p:nvGrpSpPr>
          <p:cNvPr id="21" name="组合 20">
            <a:extLst>
              <a:ext uri="{FF2B5EF4-FFF2-40B4-BE49-F238E27FC236}">
                <a16:creationId xmlns:a16="http://schemas.microsoft.com/office/drawing/2014/main" id="{7A8EFEBF-D3DB-46FD-8AE3-70B3728B112B}"/>
              </a:ext>
            </a:extLst>
          </p:cNvPr>
          <p:cNvGrpSpPr/>
          <p:nvPr/>
        </p:nvGrpSpPr>
        <p:grpSpPr>
          <a:xfrm>
            <a:off x="977900" y="1225551"/>
            <a:ext cx="7326758" cy="5289500"/>
            <a:chOff x="88900" y="924997"/>
            <a:chExt cx="8863458" cy="6474807"/>
          </a:xfrm>
        </p:grpSpPr>
        <p:sp>
          <p:nvSpPr>
            <p:cNvPr id="11" name="圆角矩形 8">
              <a:extLst>
                <a:ext uri="{FF2B5EF4-FFF2-40B4-BE49-F238E27FC236}">
                  <a16:creationId xmlns:a16="http://schemas.microsoft.com/office/drawing/2014/main" id="{BB7F4120-3416-42D4-B598-CC087BF61064}"/>
                </a:ext>
              </a:extLst>
            </p:cNvPr>
            <p:cNvSpPr/>
            <p:nvPr/>
          </p:nvSpPr>
          <p:spPr>
            <a:xfrm>
              <a:off x="89876" y="924997"/>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buFont typeface="Arial" panose="020B0604020202020204" pitchFamily="34" charset="0"/>
                <a:buChar char="•"/>
              </a:pPr>
              <a:r>
                <a:rPr lang="en-US" altLang="zh-CN" sz="1600" b="1" dirty="0">
                  <a:solidFill>
                    <a:srgbClr val="0076CB"/>
                  </a:solidFill>
                  <a:latin typeface="微软雅黑 Light" panose="020B0502040204020203" pitchFamily="34" charset="-122"/>
                  <a:ea typeface="微软雅黑 Light" panose="020B0502040204020203" pitchFamily="34" charset="-122"/>
                </a:rPr>
                <a:t>@BeforeClass</a:t>
              </a:r>
              <a:r>
                <a:rPr lang="zh-CN" altLang="en-US" sz="1600" b="1" dirty="0">
                  <a:solidFill>
                    <a:srgbClr val="0076CB"/>
                  </a:solidFill>
                  <a:latin typeface="微软雅黑 Light" panose="020B0502040204020203" pitchFamily="34" charset="-122"/>
                  <a:ea typeface="微软雅黑 Light" panose="020B0502040204020203" pitchFamily="34" charset="-122"/>
                </a:rPr>
                <a:t>：所注解的方法是</a:t>
              </a:r>
              <a:r>
                <a:rPr lang="en-US" altLang="zh-CN" sz="1600" b="1" dirty="0">
                  <a:solidFill>
                    <a:srgbClr val="0076CB"/>
                  </a:solidFill>
                  <a:latin typeface="微软雅黑 Light" panose="020B0502040204020203" pitchFamily="34" charset="-122"/>
                  <a:ea typeface="微软雅黑 Light" panose="020B0502040204020203" pitchFamily="34" charset="-122"/>
                </a:rPr>
                <a:t>JUnit</a:t>
              </a:r>
              <a:r>
                <a:rPr lang="zh-CN" altLang="en-US" sz="1600" b="1" dirty="0">
                  <a:solidFill>
                    <a:srgbClr val="0076CB"/>
                  </a:solidFill>
                  <a:latin typeface="微软雅黑 Light" panose="020B0502040204020203" pitchFamily="34" charset="-122"/>
                  <a:ea typeface="微软雅黑 Light" panose="020B0502040204020203" pitchFamily="34" charset="-122"/>
                </a:rPr>
                <a:t>测试时首个被运行的方法，且只被运行一次。</a:t>
              </a:r>
              <a:endParaRPr lang="en-US" altLang="zh-CN" sz="1600" b="1" dirty="0">
                <a:solidFill>
                  <a:prstClr val="black"/>
                </a:solidFill>
                <a:latin typeface="微软雅黑 Light" panose="020B0502040204020203" pitchFamily="34" charset="-122"/>
                <a:ea typeface="微软雅黑 Light" panose="020B0502040204020203" pitchFamily="34" charset="-122"/>
              </a:endParaRPr>
            </a:p>
          </p:txBody>
        </p:sp>
        <p:sp>
          <p:nvSpPr>
            <p:cNvPr id="12" name="圆角矩形 8">
              <a:extLst>
                <a:ext uri="{FF2B5EF4-FFF2-40B4-BE49-F238E27FC236}">
                  <a16:creationId xmlns:a16="http://schemas.microsoft.com/office/drawing/2014/main" id="{16648128-BCF1-4686-B99B-55D86392CB18}"/>
                </a:ext>
              </a:extLst>
            </p:cNvPr>
            <p:cNvSpPr/>
            <p:nvPr/>
          </p:nvSpPr>
          <p:spPr>
            <a:xfrm>
              <a:off x="89876" y="2022176"/>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buFont typeface="Arial" panose="020B0604020202020204" pitchFamily="34" charset="0"/>
                <a:buChar char="•"/>
              </a:pPr>
              <a:r>
                <a:rPr lang="en-US" altLang="zh-CN" sz="1600" b="1" dirty="0">
                  <a:solidFill>
                    <a:srgbClr val="0076CB"/>
                  </a:solidFill>
                  <a:latin typeface="微软雅黑 Light" panose="020B0502040204020203" pitchFamily="34" charset="-122"/>
                  <a:ea typeface="微软雅黑 Light" panose="020B0502040204020203" pitchFamily="34" charset="-122"/>
                </a:rPr>
                <a:t>@AfterClass</a:t>
              </a:r>
              <a:r>
                <a:rPr lang="zh-CN" altLang="en-US" sz="1600" b="1" dirty="0">
                  <a:solidFill>
                    <a:srgbClr val="0076CB"/>
                  </a:solidFill>
                  <a:latin typeface="微软雅黑 Light" panose="020B0502040204020203" pitchFamily="34" charset="-122"/>
                  <a:ea typeface="微软雅黑 Light" panose="020B0502040204020203" pitchFamily="34" charset="-122"/>
                </a:rPr>
                <a:t>所注解的方法是</a:t>
              </a:r>
              <a:r>
                <a:rPr lang="en-US" altLang="zh-CN" sz="1600" b="1" dirty="0">
                  <a:solidFill>
                    <a:srgbClr val="0076CB"/>
                  </a:solidFill>
                  <a:latin typeface="微软雅黑 Light" panose="020B0502040204020203" pitchFamily="34" charset="-122"/>
                  <a:ea typeface="微软雅黑 Light" panose="020B0502040204020203" pitchFamily="34" charset="-122"/>
                </a:rPr>
                <a:t>JUnit</a:t>
              </a:r>
              <a:r>
                <a:rPr lang="zh-CN" altLang="en-US" sz="1600" b="1" dirty="0">
                  <a:solidFill>
                    <a:srgbClr val="0076CB"/>
                  </a:solidFill>
                  <a:latin typeface="微软雅黑 Light" panose="020B0502040204020203" pitchFamily="34" charset="-122"/>
                  <a:ea typeface="微软雅黑 Light" panose="020B0502040204020203" pitchFamily="34" charset="-122"/>
                </a:rPr>
                <a:t>测试时最后一个被运行的方法，且只被运行一次。</a:t>
              </a:r>
              <a:endParaRPr lang="en-US" altLang="zh-CN" sz="1600" b="1" dirty="0">
                <a:solidFill>
                  <a:prstClr val="black"/>
                </a:solidFill>
                <a:latin typeface="微软雅黑 Light" panose="020B0502040204020203" pitchFamily="34" charset="-122"/>
                <a:ea typeface="微软雅黑 Light" panose="020B0502040204020203" pitchFamily="34" charset="-122"/>
              </a:endParaRPr>
            </a:p>
          </p:txBody>
        </p:sp>
        <p:sp>
          <p:nvSpPr>
            <p:cNvPr id="13" name="圆角矩形 8">
              <a:extLst>
                <a:ext uri="{FF2B5EF4-FFF2-40B4-BE49-F238E27FC236}">
                  <a16:creationId xmlns:a16="http://schemas.microsoft.com/office/drawing/2014/main" id="{DB0655E7-BED8-43E3-B9E8-1E85C9096F0B}"/>
                </a:ext>
              </a:extLst>
            </p:cNvPr>
            <p:cNvSpPr/>
            <p:nvPr/>
          </p:nvSpPr>
          <p:spPr>
            <a:xfrm>
              <a:off x="89876" y="3117401"/>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buFont typeface="Arial" panose="020B0604020202020204" pitchFamily="34" charset="0"/>
                <a:buChar char="•"/>
              </a:pPr>
              <a:r>
                <a:rPr lang="en-US" altLang="zh-CN" sz="1600" b="1" dirty="0">
                  <a:solidFill>
                    <a:srgbClr val="0076CB"/>
                  </a:solidFill>
                  <a:latin typeface="微软雅黑 Light" panose="020B0502040204020203" pitchFamily="34" charset="-122"/>
                  <a:ea typeface="微软雅黑 Light" panose="020B0502040204020203" pitchFamily="34" charset="-122"/>
                </a:rPr>
                <a:t>@Before</a:t>
              </a:r>
              <a:r>
                <a:rPr lang="zh-CN" altLang="en-US" sz="1600" b="1" dirty="0">
                  <a:solidFill>
                    <a:srgbClr val="0076CB"/>
                  </a:solidFill>
                  <a:latin typeface="微软雅黑 Light" panose="020B0502040204020203" pitchFamily="34" charset="-122"/>
                  <a:ea typeface="微软雅黑 Light" panose="020B0502040204020203" pitchFamily="34" charset="-122"/>
                </a:rPr>
                <a:t>所注解的方法在每个测试用例运行之前运行，通用用于初始化测试用例所需的资源。</a:t>
              </a:r>
              <a:endParaRPr lang="en-US" altLang="zh-CN" sz="1600" b="1" dirty="0">
                <a:solidFill>
                  <a:prstClr val="black"/>
                </a:solidFill>
                <a:latin typeface="微软雅黑 Light" panose="020B0502040204020203" pitchFamily="34" charset="-122"/>
                <a:ea typeface="微软雅黑 Light" panose="020B0502040204020203" pitchFamily="34" charset="-122"/>
              </a:endParaRPr>
            </a:p>
          </p:txBody>
        </p:sp>
        <p:sp>
          <p:nvSpPr>
            <p:cNvPr id="14" name="圆角矩形 8">
              <a:extLst>
                <a:ext uri="{FF2B5EF4-FFF2-40B4-BE49-F238E27FC236}">
                  <a16:creationId xmlns:a16="http://schemas.microsoft.com/office/drawing/2014/main" id="{7D2C7044-5285-40A1-BF70-5C51D5ADF75E}"/>
                </a:ext>
              </a:extLst>
            </p:cNvPr>
            <p:cNvSpPr/>
            <p:nvPr/>
          </p:nvSpPr>
          <p:spPr>
            <a:xfrm>
              <a:off x="89876" y="4210672"/>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buFont typeface="Arial" panose="020B0604020202020204" pitchFamily="34" charset="0"/>
                <a:buChar char="•"/>
              </a:pPr>
              <a:r>
                <a:rPr lang="en-US" altLang="zh-CN" sz="1600" b="1" dirty="0">
                  <a:solidFill>
                    <a:srgbClr val="0076CB"/>
                  </a:solidFill>
                  <a:latin typeface="微软雅黑 Light" panose="020B0502040204020203" pitchFamily="34" charset="-122"/>
                  <a:ea typeface="微软雅黑 Light" panose="020B0502040204020203" pitchFamily="34" charset="-122"/>
                </a:rPr>
                <a:t>@After</a:t>
              </a:r>
              <a:r>
                <a:rPr lang="zh-CN" altLang="en-US" sz="1600" b="1" dirty="0">
                  <a:solidFill>
                    <a:srgbClr val="0076CB"/>
                  </a:solidFill>
                  <a:latin typeface="微软雅黑 Light" panose="020B0502040204020203" pitchFamily="34" charset="-122"/>
                  <a:ea typeface="微软雅黑 Light" panose="020B0502040204020203" pitchFamily="34" charset="-122"/>
                </a:rPr>
                <a:t>所注解的方法在每个测试用例运行之后运行，通用用于释放</a:t>
              </a:r>
              <a:r>
                <a:rPr lang="en-US" altLang="zh-CN" sz="1600" b="1" dirty="0">
                  <a:solidFill>
                    <a:srgbClr val="0076CB"/>
                  </a:solidFill>
                  <a:latin typeface="微软雅黑 Light" panose="020B0502040204020203" pitchFamily="34" charset="-122"/>
                  <a:ea typeface="微软雅黑 Light" panose="020B0502040204020203" pitchFamily="34" charset="-122"/>
                </a:rPr>
                <a:t>@Before</a:t>
              </a:r>
              <a:r>
                <a:rPr lang="zh-CN" altLang="en-US" sz="1600" b="1" dirty="0">
                  <a:solidFill>
                    <a:srgbClr val="0076CB"/>
                  </a:solidFill>
                  <a:latin typeface="微软雅黑 Light" panose="020B0502040204020203" pitchFamily="34" charset="-122"/>
                  <a:ea typeface="微软雅黑 Light" panose="020B0502040204020203" pitchFamily="34" charset="-122"/>
                </a:rPr>
                <a:t>所注解的方法打开的资源。</a:t>
              </a:r>
              <a:endParaRPr lang="en-US" altLang="zh-CN" sz="1600" b="1" dirty="0">
                <a:solidFill>
                  <a:prstClr val="black"/>
                </a:solidFill>
                <a:latin typeface="微软雅黑 Light" panose="020B0502040204020203" pitchFamily="34" charset="-122"/>
                <a:ea typeface="微软雅黑 Light" panose="020B0502040204020203" pitchFamily="34" charset="-122"/>
              </a:endParaRPr>
            </a:p>
          </p:txBody>
        </p:sp>
        <p:sp>
          <p:nvSpPr>
            <p:cNvPr id="15" name="圆角矩形 8">
              <a:extLst>
                <a:ext uri="{FF2B5EF4-FFF2-40B4-BE49-F238E27FC236}">
                  <a16:creationId xmlns:a16="http://schemas.microsoft.com/office/drawing/2014/main" id="{0C46B7EB-0309-467B-A1E0-E6BC6CFAB88F}"/>
                </a:ext>
              </a:extLst>
            </p:cNvPr>
            <p:cNvSpPr/>
            <p:nvPr/>
          </p:nvSpPr>
          <p:spPr>
            <a:xfrm>
              <a:off x="108438" y="5319545"/>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buFont typeface="Arial" panose="020B0604020202020204" pitchFamily="34" charset="0"/>
                <a:buChar char="•"/>
              </a:pPr>
              <a:r>
                <a:rPr lang="en-US" altLang="zh-CN" sz="1600" b="1" dirty="0">
                  <a:solidFill>
                    <a:srgbClr val="0076CB"/>
                  </a:solidFill>
                  <a:latin typeface="微软雅黑 Light" panose="020B0502040204020203" pitchFamily="34" charset="-122"/>
                  <a:ea typeface="微软雅黑 Light" panose="020B0502040204020203" pitchFamily="34" charset="-122"/>
                </a:rPr>
                <a:t>@ Test</a:t>
              </a:r>
              <a:r>
                <a:rPr lang="zh-CN" altLang="en-US" sz="1600" b="1" dirty="0">
                  <a:solidFill>
                    <a:srgbClr val="0076CB"/>
                  </a:solidFill>
                  <a:latin typeface="微软雅黑 Light" panose="020B0502040204020203" pitchFamily="34" charset="-122"/>
                  <a:ea typeface="微软雅黑 Light" panose="020B0502040204020203" pitchFamily="34" charset="-122"/>
                </a:rPr>
                <a:t>所注解的方法被称为测试用例，包含了源程序的测试代码。</a:t>
              </a:r>
            </a:p>
          </p:txBody>
        </p:sp>
        <p:sp>
          <p:nvSpPr>
            <p:cNvPr id="16" name="圆角矩形 8">
              <a:extLst>
                <a:ext uri="{FF2B5EF4-FFF2-40B4-BE49-F238E27FC236}">
                  <a16:creationId xmlns:a16="http://schemas.microsoft.com/office/drawing/2014/main" id="{14E76C5F-A6E0-4E29-A4E6-ADA1AA18AE8B}"/>
                </a:ext>
              </a:extLst>
            </p:cNvPr>
            <p:cNvSpPr/>
            <p:nvPr/>
          </p:nvSpPr>
          <p:spPr>
            <a:xfrm>
              <a:off x="88900" y="6451600"/>
              <a:ext cx="8843920" cy="948204"/>
            </a:xfrm>
            <a:prstGeom prst="roundRect">
              <a:avLst/>
            </a:prstGeom>
            <a:noFill/>
            <a:ln w="19050">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990" indent="-300990">
                <a:buFont typeface="Arial" panose="020B0604020202020204" pitchFamily="34" charset="0"/>
                <a:buChar char="•"/>
              </a:pPr>
              <a:r>
                <a:rPr lang="en-US" altLang="zh-CN" sz="1600" b="1" dirty="0">
                  <a:solidFill>
                    <a:srgbClr val="0076CB"/>
                  </a:solidFill>
                  <a:latin typeface="微软雅黑 Light" panose="020B0502040204020203" pitchFamily="34" charset="-122"/>
                  <a:ea typeface="微软雅黑 Light" panose="020B0502040204020203" pitchFamily="34" charset="-122"/>
                </a:rPr>
                <a:t>@Ignore</a:t>
              </a:r>
              <a:r>
                <a:rPr lang="zh-CN" altLang="en-US" sz="1600" b="1" dirty="0">
                  <a:solidFill>
                    <a:srgbClr val="0076CB"/>
                  </a:solidFill>
                  <a:latin typeface="微软雅黑 Light" panose="020B0502040204020203" pitchFamily="34" charset="-122"/>
                  <a:ea typeface="微软雅黑 Light" panose="020B0502040204020203" pitchFamily="34" charset="-122"/>
                </a:rPr>
                <a:t>所注解的方法在测试过程中不会运行。</a:t>
              </a:r>
              <a:endParaRPr lang="en-US" altLang="zh-CN" sz="1600" b="1" dirty="0">
                <a:solidFill>
                  <a:prstClr val="black"/>
                </a:solidFill>
                <a:latin typeface="微软雅黑 Light" panose="020B0502040204020203" pitchFamily="34" charset="-122"/>
                <a:ea typeface="微软雅黑 Light" panose="020B0502040204020203" pitchFamily="34" charset="-122"/>
              </a:endParaRPr>
            </a:p>
          </p:txBody>
        </p:sp>
        <p:cxnSp>
          <p:nvCxnSpPr>
            <p:cNvPr id="17" name="连接符: 曲线 16">
              <a:extLst>
                <a:ext uri="{FF2B5EF4-FFF2-40B4-BE49-F238E27FC236}">
                  <a16:creationId xmlns:a16="http://schemas.microsoft.com/office/drawing/2014/main" id="{2069C5AF-5719-45C5-AE1C-7E010CBA7ABC}"/>
                </a:ext>
              </a:extLst>
            </p:cNvPr>
            <p:cNvCxnSpPr>
              <a:stCxn id="11" idx="3"/>
              <a:endCxn id="13" idx="3"/>
            </p:cNvCxnSpPr>
            <p:nvPr/>
          </p:nvCxnSpPr>
          <p:spPr>
            <a:xfrm>
              <a:off x="8933796" y="1399099"/>
              <a:ext cx="12700" cy="2192404"/>
            </a:xfrm>
            <a:prstGeom prst="curvedConnector3">
              <a:avLst>
                <a:gd name="adj1" fmla="val 1800000"/>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8" name="连接符: 曲线 17">
              <a:extLst>
                <a:ext uri="{FF2B5EF4-FFF2-40B4-BE49-F238E27FC236}">
                  <a16:creationId xmlns:a16="http://schemas.microsoft.com/office/drawing/2014/main" id="{F0EAFB23-EE6D-456B-B4D7-CC0541EFC89A}"/>
                </a:ext>
              </a:extLst>
            </p:cNvPr>
            <p:cNvCxnSpPr>
              <a:stCxn id="13" idx="3"/>
              <a:endCxn id="15" idx="3"/>
            </p:cNvCxnSpPr>
            <p:nvPr/>
          </p:nvCxnSpPr>
          <p:spPr>
            <a:xfrm>
              <a:off x="8933796" y="3591503"/>
              <a:ext cx="18562" cy="2202144"/>
            </a:xfrm>
            <a:prstGeom prst="curvedConnector3">
              <a:avLst>
                <a:gd name="adj1" fmla="val 1331548"/>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连接符: 曲线 18">
              <a:extLst>
                <a:ext uri="{FF2B5EF4-FFF2-40B4-BE49-F238E27FC236}">
                  <a16:creationId xmlns:a16="http://schemas.microsoft.com/office/drawing/2014/main" id="{35ED8480-DC17-4347-B989-1D1847159A40}"/>
                </a:ext>
              </a:extLst>
            </p:cNvPr>
            <p:cNvCxnSpPr>
              <a:stCxn id="15" idx="3"/>
              <a:endCxn id="14" idx="3"/>
            </p:cNvCxnSpPr>
            <p:nvPr/>
          </p:nvCxnSpPr>
          <p:spPr>
            <a:xfrm flipH="1" flipV="1">
              <a:off x="8933796" y="4684774"/>
              <a:ext cx="18562" cy="1108873"/>
            </a:xfrm>
            <a:prstGeom prst="curvedConnector3">
              <a:avLst>
                <a:gd name="adj1" fmla="val -3031505"/>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0" name="连接符: 曲线 19">
              <a:extLst>
                <a:ext uri="{FF2B5EF4-FFF2-40B4-BE49-F238E27FC236}">
                  <a16:creationId xmlns:a16="http://schemas.microsoft.com/office/drawing/2014/main" id="{75C84845-2635-4FF3-9B22-8DF3AB0F6EDD}"/>
                </a:ext>
              </a:extLst>
            </p:cNvPr>
            <p:cNvCxnSpPr>
              <a:stCxn id="14" idx="3"/>
              <a:endCxn id="12" idx="3"/>
            </p:cNvCxnSpPr>
            <p:nvPr/>
          </p:nvCxnSpPr>
          <p:spPr>
            <a:xfrm flipV="1">
              <a:off x="8933796" y="2496278"/>
              <a:ext cx="12700" cy="2188496"/>
            </a:xfrm>
            <a:prstGeom prst="curvedConnector3">
              <a:avLst>
                <a:gd name="adj1" fmla="val 1800000"/>
              </a:avLst>
            </a:prstGeom>
            <a:ln>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1172006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注解</a:t>
            </a:r>
          </a:p>
        </p:txBody>
      </p:sp>
      <p:pic>
        <p:nvPicPr>
          <p:cNvPr id="3" name="图片 2">
            <a:extLst>
              <a:ext uri="{FF2B5EF4-FFF2-40B4-BE49-F238E27FC236}">
                <a16:creationId xmlns:a16="http://schemas.microsoft.com/office/drawing/2014/main" id="{096C7356-A5E1-45CD-9536-4969D9262D1A}"/>
              </a:ext>
            </a:extLst>
          </p:cNvPr>
          <p:cNvPicPr>
            <a:picLocks noChangeAspect="1"/>
          </p:cNvPicPr>
          <p:nvPr/>
        </p:nvPicPr>
        <p:blipFill>
          <a:blip r:embed="rId3"/>
          <a:stretch>
            <a:fillRect/>
          </a:stretch>
        </p:blipFill>
        <p:spPr>
          <a:xfrm>
            <a:off x="554867" y="2062124"/>
            <a:ext cx="3793162" cy="2428954"/>
          </a:xfrm>
          <a:prstGeom prst="rect">
            <a:avLst/>
          </a:prstGeom>
        </p:spPr>
      </p:pic>
      <p:pic>
        <p:nvPicPr>
          <p:cNvPr id="4" name="图片 3">
            <a:extLst>
              <a:ext uri="{FF2B5EF4-FFF2-40B4-BE49-F238E27FC236}">
                <a16:creationId xmlns:a16="http://schemas.microsoft.com/office/drawing/2014/main" id="{9026D523-ED60-4BC0-B36F-9C0576B96224}"/>
              </a:ext>
            </a:extLst>
          </p:cNvPr>
          <p:cNvPicPr>
            <a:picLocks noChangeAspect="1"/>
          </p:cNvPicPr>
          <p:nvPr/>
        </p:nvPicPr>
        <p:blipFill>
          <a:blip r:embed="rId4"/>
          <a:stretch>
            <a:fillRect/>
          </a:stretch>
        </p:blipFill>
        <p:spPr>
          <a:xfrm>
            <a:off x="4908867" y="1181100"/>
            <a:ext cx="3817616" cy="5156200"/>
          </a:xfrm>
          <a:prstGeom prst="rect">
            <a:avLst/>
          </a:prstGeom>
        </p:spPr>
      </p:pic>
    </p:spTree>
    <p:extLst>
      <p:ext uri="{BB962C8B-B14F-4D97-AF65-F5344CB8AC3E}">
        <p14:creationId xmlns:p14="http://schemas.microsoft.com/office/powerpoint/2010/main" val="1575042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t>注解</a:t>
            </a:r>
          </a:p>
        </p:txBody>
      </p:sp>
      <p:pic>
        <p:nvPicPr>
          <p:cNvPr id="5" name="图片 4">
            <a:extLst>
              <a:ext uri="{FF2B5EF4-FFF2-40B4-BE49-F238E27FC236}">
                <a16:creationId xmlns:a16="http://schemas.microsoft.com/office/drawing/2014/main" id="{FCDE96C7-FC66-480F-A822-DD2756D7F73C}"/>
              </a:ext>
            </a:extLst>
          </p:cNvPr>
          <p:cNvPicPr>
            <a:picLocks noChangeAspect="1"/>
          </p:cNvPicPr>
          <p:nvPr/>
        </p:nvPicPr>
        <p:blipFill>
          <a:blip r:embed="rId3"/>
          <a:stretch>
            <a:fillRect/>
          </a:stretch>
        </p:blipFill>
        <p:spPr>
          <a:xfrm>
            <a:off x="645802" y="1217866"/>
            <a:ext cx="3678548" cy="4968368"/>
          </a:xfrm>
          <a:prstGeom prst="rect">
            <a:avLst/>
          </a:prstGeom>
        </p:spPr>
      </p:pic>
      <p:graphicFrame>
        <p:nvGraphicFramePr>
          <p:cNvPr id="6" name="表格 5">
            <a:extLst>
              <a:ext uri="{FF2B5EF4-FFF2-40B4-BE49-F238E27FC236}">
                <a16:creationId xmlns:a16="http://schemas.microsoft.com/office/drawing/2014/main" id="{CF40C901-C039-4A08-B5EC-88DF171D35BE}"/>
              </a:ext>
            </a:extLst>
          </p:cNvPr>
          <p:cNvGraphicFramePr>
            <a:graphicFrameLocks noGrp="1"/>
          </p:cNvGraphicFramePr>
          <p:nvPr>
            <p:extLst>
              <p:ext uri="{D42A27DB-BD31-4B8C-83A1-F6EECF244321}">
                <p14:modId xmlns:p14="http://schemas.microsoft.com/office/powerpoint/2010/main" val="1153868130"/>
              </p:ext>
            </p:extLst>
          </p:nvPr>
        </p:nvGraphicFramePr>
        <p:xfrm>
          <a:off x="5810250" y="1981198"/>
          <a:ext cx="1726540" cy="3441704"/>
        </p:xfrm>
        <a:graphic>
          <a:graphicData uri="http://schemas.openxmlformats.org/drawingml/2006/table">
            <a:tbl>
              <a:tblPr firstRow="1" firstCol="1" bandRow="1">
                <a:tableStyleId>{5940675A-B579-460E-94D1-54222C63F5DA}</a:tableStyleId>
              </a:tblPr>
              <a:tblGrid>
                <a:gridCol w="1726540">
                  <a:extLst>
                    <a:ext uri="{9D8B030D-6E8A-4147-A177-3AD203B41FA5}">
                      <a16:colId xmlns:a16="http://schemas.microsoft.com/office/drawing/2014/main" val="20000"/>
                    </a:ext>
                  </a:extLst>
                </a:gridCol>
              </a:tblGrid>
              <a:tr h="512412">
                <a:tc>
                  <a:txBody>
                    <a:bodyPr/>
                    <a:lstStyle/>
                    <a:p>
                      <a:pPr algn="just"/>
                      <a:r>
                        <a:rPr lang="en-US" sz="1800" kern="0">
                          <a:solidFill>
                            <a:schemeClr val="tx1"/>
                          </a:solidFill>
                          <a:effectLst/>
                        </a:rPr>
                        <a:t>In BeforeClass</a:t>
                      </a:r>
                      <a:endParaRPr lang="zh-CN" sz="1800" kern="10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0"/>
                  </a:ext>
                </a:extLst>
              </a:tr>
              <a:tr h="302110">
                <a:tc>
                  <a:txBody>
                    <a:bodyPr/>
                    <a:lstStyle/>
                    <a:p>
                      <a:pPr algn="just"/>
                      <a:r>
                        <a:rPr lang="en-US" sz="1800" kern="0">
                          <a:solidFill>
                            <a:schemeClr val="tx1"/>
                          </a:solidFill>
                          <a:effectLst/>
                        </a:rPr>
                        <a:t>In Before</a:t>
                      </a:r>
                      <a:endParaRPr lang="zh-CN" sz="1800" kern="10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1"/>
                  </a:ext>
                </a:extLst>
              </a:tr>
              <a:tr h="302110">
                <a:tc>
                  <a:txBody>
                    <a:bodyPr/>
                    <a:lstStyle/>
                    <a:p>
                      <a:pPr algn="just"/>
                      <a:r>
                        <a:rPr lang="en-US" sz="1800" kern="0">
                          <a:solidFill>
                            <a:schemeClr val="tx1"/>
                          </a:solidFill>
                          <a:effectLst/>
                        </a:rPr>
                        <a:t>In Test Add</a:t>
                      </a:r>
                      <a:endParaRPr lang="zh-CN" sz="1800" kern="10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2"/>
                  </a:ext>
                </a:extLst>
              </a:tr>
              <a:tr h="302110">
                <a:tc>
                  <a:txBody>
                    <a:bodyPr/>
                    <a:lstStyle/>
                    <a:p>
                      <a:pPr algn="just"/>
                      <a:r>
                        <a:rPr lang="en-US" sz="1800" kern="0" dirty="0">
                          <a:solidFill>
                            <a:schemeClr val="tx1"/>
                          </a:solidFill>
                          <a:effectLst/>
                        </a:rPr>
                        <a:t>In After</a:t>
                      </a:r>
                      <a:endParaRPr lang="zh-CN" sz="1800" kern="100" dirty="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3"/>
                  </a:ext>
                </a:extLst>
              </a:tr>
              <a:tr h="302110">
                <a:tc>
                  <a:txBody>
                    <a:bodyPr/>
                    <a:lstStyle/>
                    <a:p>
                      <a:pPr algn="just"/>
                      <a:r>
                        <a:rPr lang="en-US" sz="1800" kern="0">
                          <a:solidFill>
                            <a:schemeClr val="tx1"/>
                          </a:solidFill>
                          <a:effectLst/>
                        </a:rPr>
                        <a:t>In Before</a:t>
                      </a:r>
                      <a:endParaRPr lang="zh-CN" sz="1800" kern="10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4"/>
                  </a:ext>
                </a:extLst>
              </a:tr>
              <a:tr h="512412">
                <a:tc>
                  <a:txBody>
                    <a:bodyPr/>
                    <a:lstStyle/>
                    <a:p>
                      <a:pPr algn="just"/>
                      <a:r>
                        <a:rPr lang="en-US" sz="1800" kern="0" dirty="0">
                          <a:solidFill>
                            <a:schemeClr val="tx1"/>
                          </a:solidFill>
                          <a:effectLst/>
                        </a:rPr>
                        <a:t>In Test Division</a:t>
                      </a:r>
                      <a:endParaRPr lang="zh-CN" sz="1800" kern="100" dirty="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5"/>
                  </a:ext>
                </a:extLst>
              </a:tr>
              <a:tr h="302110">
                <a:tc>
                  <a:txBody>
                    <a:bodyPr/>
                    <a:lstStyle/>
                    <a:p>
                      <a:pPr algn="just"/>
                      <a:r>
                        <a:rPr lang="en-US" sz="1800" kern="0" dirty="0">
                          <a:solidFill>
                            <a:schemeClr val="tx1"/>
                          </a:solidFill>
                          <a:effectLst/>
                        </a:rPr>
                        <a:t>In After</a:t>
                      </a:r>
                      <a:endParaRPr lang="zh-CN" sz="1800" kern="100" dirty="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6"/>
                  </a:ext>
                </a:extLst>
              </a:tr>
              <a:tr h="302110">
                <a:tc>
                  <a:txBody>
                    <a:bodyPr/>
                    <a:lstStyle/>
                    <a:p>
                      <a:pPr algn="just"/>
                      <a:r>
                        <a:rPr lang="en-US" sz="1800" kern="0">
                          <a:solidFill>
                            <a:schemeClr val="tx1"/>
                          </a:solidFill>
                          <a:effectLst/>
                        </a:rPr>
                        <a:t>In Before</a:t>
                      </a:r>
                      <a:endParaRPr lang="zh-CN" sz="1800" kern="10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7"/>
                  </a:ext>
                </a:extLst>
              </a:tr>
              <a:tr h="302110">
                <a:tc>
                  <a:txBody>
                    <a:bodyPr/>
                    <a:lstStyle/>
                    <a:p>
                      <a:pPr algn="just"/>
                      <a:r>
                        <a:rPr lang="en-US" sz="1800" kern="0">
                          <a:solidFill>
                            <a:schemeClr val="tx1"/>
                          </a:solidFill>
                          <a:effectLst/>
                        </a:rPr>
                        <a:t>In After</a:t>
                      </a:r>
                      <a:endParaRPr lang="zh-CN" sz="1800" kern="10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8"/>
                  </a:ext>
                </a:extLst>
              </a:tr>
              <a:tr h="302110">
                <a:tc>
                  <a:txBody>
                    <a:bodyPr/>
                    <a:lstStyle/>
                    <a:p>
                      <a:pPr algn="just"/>
                      <a:r>
                        <a:rPr lang="en-US" sz="1800" kern="0" dirty="0">
                          <a:solidFill>
                            <a:schemeClr val="tx1"/>
                          </a:solidFill>
                          <a:effectLst/>
                        </a:rPr>
                        <a:t>In </a:t>
                      </a:r>
                      <a:r>
                        <a:rPr lang="en-US" sz="1800" kern="0" dirty="0" err="1">
                          <a:solidFill>
                            <a:schemeClr val="tx1"/>
                          </a:solidFill>
                          <a:effectLst/>
                        </a:rPr>
                        <a:t>AfterClass</a:t>
                      </a:r>
                      <a:endParaRPr lang="zh-CN" sz="1800" kern="100" dirty="0">
                        <a:solidFill>
                          <a:schemeClr val="tx1"/>
                        </a:solidFill>
                        <a:effectLst/>
                        <a:latin typeface="Arial" panose="020B0604020202020204" pitchFamily="34" charset="0"/>
                        <a:ea typeface="等线" panose="02010600030101010101" charset="-122"/>
                        <a:cs typeface="Arial" panose="020B0604020202020204" pitchFamily="34" charset="0"/>
                      </a:endParaRPr>
                    </a:p>
                  </a:txBody>
                  <a:tcPr marL="68580" marR="68580" marT="0" marB="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061878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sym typeface="Times New Roman" panose="02020603050405020304" pitchFamily="18" charset="0"/>
              </a:rPr>
              <a:t>编程建议</a:t>
            </a:r>
            <a:endParaRPr lang="zh-CN" altLang="en-US" dirty="0"/>
          </a:p>
        </p:txBody>
      </p:sp>
      <p:sp>
        <p:nvSpPr>
          <p:cNvPr id="5" name="文本占位符 7">
            <a:extLst>
              <a:ext uri="{FF2B5EF4-FFF2-40B4-BE49-F238E27FC236}">
                <a16:creationId xmlns:a16="http://schemas.microsoft.com/office/drawing/2014/main" id="{6497238F-DFEC-468A-B90B-B51992F69B43}"/>
              </a:ext>
            </a:extLst>
          </p:cNvPr>
          <p:cNvSpPr txBox="1">
            <a:spLocks/>
          </p:cNvSpPr>
          <p:nvPr/>
        </p:nvSpPr>
        <p:spPr>
          <a:xfrm>
            <a:off x="463550" y="1306349"/>
            <a:ext cx="7732501" cy="36647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使用断言杀死变异体</a:t>
            </a:r>
          </a:p>
        </p:txBody>
      </p:sp>
      <p:pic>
        <p:nvPicPr>
          <p:cNvPr id="6" name="图片 5">
            <a:extLst>
              <a:ext uri="{FF2B5EF4-FFF2-40B4-BE49-F238E27FC236}">
                <a16:creationId xmlns:a16="http://schemas.microsoft.com/office/drawing/2014/main" id="{76841741-D092-4982-BEFA-23AFE7044AD4}"/>
              </a:ext>
            </a:extLst>
          </p:cNvPr>
          <p:cNvPicPr>
            <a:picLocks noChangeAspect="1"/>
          </p:cNvPicPr>
          <p:nvPr/>
        </p:nvPicPr>
        <p:blipFill>
          <a:blip r:embed="rId2"/>
          <a:stretch>
            <a:fillRect/>
          </a:stretch>
        </p:blipFill>
        <p:spPr>
          <a:xfrm>
            <a:off x="271910" y="2351791"/>
            <a:ext cx="3950008" cy="97917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图片 6">
            <a:extLst>
              <a:ext uri="{FF2B5EF4-FFF2-40B4-BE49-F238E27FC236}">
                <a16:creationId xmlns:a16="http://schemas.microsoft.com/office/drawing/2014/main" id="{F254B84A-A5E5-4D4E-9844-8A8244C31133}"/>
              </a:ext>
            </a:extLst>
          </p:cNvPr>
          <p:cNvPicPr>
            <a:picLocks noChangeAspect="1"/>
          </p:cNvPicPr>
          <p:nvPr/>
        </p:nvPicPr>
        <p:blipFill>
          <a:blip r:embed="rId3"/>
          <a:stretch>
            <a:fillRect/>
          </a:stretch>
        </p:blipFill>
        <p:spPr>
          <a:xfrm>
            <a:off x="4591087" y="2379864"/>
            <a:ext cx="4220914" cy="86778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a:extLst>
              <a:ext uri="{FF2B5EF4-FFF2-40B4-BE49-F238E27FC236}">
                <a16:creationId xmlns:a16="http://schemas.microsoft.com/office/drawing/2014/main" id="{07745055-A391-42B5-A392-85662AB005EF}"/>
              </a:ext>
            </a:extLst>
          </p:cNvPr>
          <p:cNvPicPr>
            <a:picLocks noChangeAspect="1"/>
          </p:cNvPicPr>
          <p:nvPr/>
        </p:nvPicPr>
        <p:blipFill>
          <a:blip r:embed="rId4"/>
          <a:stretch>
            <a:fillRect/>
          </a:stretch>
        </p:blipFill>
        <p:spPr>
          <a:xfrm>
            <a:off x="1970214" y="3719284"/>
            <a:ext cx="5346972" cy="278347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1116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sym typeface="Times New Roman" panose="02020603050405020304" pitchFamily="18" charset="0"/>
              </a:rPr>
              <a:t>编程建议</a:t>
            </a:r>
            <a:endParaRPr lang="zh-CN" altLang="en-US" dirty="0"/>
          </a:p>
        </p:txBody>
      </p:sp>
      <p:sp>
        <p:nvSpPr>
          <p:cNvPr id="3" name="文本占位符 7">
            <a:extLst>
              <a:ext uri="{FF2B5EF4-FFF2-40B4-BE49-F238E27FC236}">
                <a16:creationId xmlns:a16="http://schemas.microsoft.com/office/drawing/2014/main" id="{C3EC89F5-4F32-4BB1-B7D1-7CA640241F21}"/>
              </a:ext>
            </a:extLst>
          </p:cNvPr>
          <p:cNvSpPr txBox="1">
            <a:spLocks/>
          </p:cNvSpPr>
          <p:nvPr/>
        </p:nvSpPr>
        <p:spPr>
          <a:xfrm>
            <a:off x="705749" y="1211363"/>
            <a:ext cx="7732501" cy="762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使用断言杀死变异体</a:t>
            </a:r>
          </a:p>
        </p:txBody>
      </p:sp>
      <p:sp>
        <p:nvSpPr>
          <p:cNvPr id="4" name="文本框 3">
            <a:extLst>
              <a:ext uri="{FF2B5EF4-FFF2-40B4-BE49-F238E27FC236}">
                <a16:creationId xmlns:a16="http://schemas.microsoft.com/office/drawing/2014/main" id="{2785BB99-DF8C-4E20-9543-9A805CB90ACA}"/>
              </a:ext>
            </a:extLst>
          </p:cNvPr>
          <p:cNvSpPr txBox="1"/>
          <p:nvPr/>
        </p:nvSpPr>
        <p:spPr>
          <a:xfrm>
            <a:off x="838200" y="1700313"/>
            <a:ext cx="8305800" cy="5078313"/>
          </a:xfrm>
          <a:prstGeom prst="rect">
            <a:avLst/>
          </a:prstGeom>
          <a:noFill/>
        </p:spPr>
        <p:txBody>
          <a:bodyPr wrap="square" rtlCol="0">
            <a:spAutoFit/>
          </a:bodyPr>
          <a:lstStyle/>
          <a:p>
            <a:r>
              <a:rPr lang="en-US" altLang="zh-CN" b="1" i="0" dirty="0">
                <a:solidFill>
                  <a:srgbClr val="4F4F4F"/>
                </a:solidFill>
                <a:effectLst/>
                <a:latin typeface="微软雅黑" panose="020B0503020204020204" pitchFamily="34" charset="-122"/>
                <a:ea typeface="微软雅黑" panose="020B0503020204020204" pitchFamily="34" charset="-122"/>
              </a:rPr>
              <a:t>1.assertEquals</a:t>
            </a:r>
          </a:p>
          <a:p>
            <a:r>
              <a:rPr lang="zh-CN" altLang="en-US" b="0" i="0" dirty="0">
                <a:solidFill>
                  <a:srgbClr val="4D4D4D"/>
                </a:solidFill>
                <a:effectLst/>
                <a:latin typeface="微软雅黑" panose="020B0503020204020204" pitchFamily="34" charset="-122"/>
                <a:ea typeface="微软雅黑" panose="020B0503020204020204" pitchFamily="34" charset="-122"/>
              </a:rPr>
              <a:t>测试两个对象是否相等，该断言不能用于</a:t>
            </a:r>
            <a:r>
              <a:rPr lang="zh-CN" altLang="en-US" b="0" i="0" u="none" strike="noStrike" dirty="0">
                <a:solidFill>
                  <a:srgbClr val="FC5531"/>
                </a:solidFill>
                <a:effectLst/>
                <a:latin typeface="微软雅黑" panose="020B0503020204020204" pitchFamily="34" charset="-122"/>
                <a:ea typeface="微软雅黑" panose="020B0503020204020204" pitchFamily="34" charset="-122"/>
                <a:hlinkClick r:id="rId2"/>
              </a:rPr>
              <a:t>数组</a:t>
            </a:r>
            <a:r>
              <a:rPr lang="zh-CN" altLang="en-US" b="0" i="0" dirty="0">
                <a:solidFill>
                  <a:srgbClr val="4D4D4D"/>
                </a:solidFill>
                <a:effectLst/>
                <a:latin typeface="微软雅黑" panose="020B0503020204020204" pitchFamily="34" charset="-122"/>
                <a:ea typeface="微软雅黑" panose="020B0503020204020204" pitchFamily="34" charset="-122"/>
              </a:rPr>
              <a:t>的比较</a:t>
            </a:r>
            <a:endParaRPr lang="en-US" altLang="zh-CN" b="0" i="0" dirty="0">
              <a:solidFill>
                <a:srgbClr val="4D4D4D"/>
              </a:solidFill>
              <a:effectLst/>
              <a:latin typeface="微软雅黑" panose="020B0503020204020204" pitchFamily="34" charset="-122"/>
              <a:ea typeface="微软雅黑" panose="020B0503020204020204" pitchFamily="34" charset="-122"/>
            </a:endParaRPr>
          </a:p>
          <a:p>
            <a:endParaRPr lang="en-US" altLang="zh-CN" b="1" i="0" dirty="0">
              <a:solidFill>
                <a:srgbClr val="4F4F4F"/>
              </a:solidFill>
              <a:effectLst/>
              <a:latin typeface="微软雅黑" panose="020B0503020204020204" pitchFamily="34" charset="-122"/>
              <a:ea typeface="微软雅黑" panose="020B0503020204020204" pitchFamily="34" charset="-122"/>
            </a:endParaRPr>
          </a:p>
          <a:p>
            <a:r>
              <a:rPr lang="en-US" altLang="zh-CN" b="1" i="0" dirty="0">
                <a:solidFill>
                  <a:srgbClr val="4F4F4F"/>
                </a:solidFill>
                <a:effectLst/>
                <a:latin typeface="微软雅黑" panose="020B0503020204020204" pitchFamily="34" charset="-122"/>
                <a:ea typeface="微软雅黑" panose="020B0503020204020204" pitchFamily="34" charset="-122"/>
              </a:rPr>
              <a:t>2.assertArrayEquals</a:t>
            </a:r>
          </a:p>
          <a:p>
            <a:r>
              <a:rPr lang="zh-CN" altLang="en-US" b="0" i="0" dirty="0">
                <a:solidFill>
                  <a:srgbClr val="4D4D4D"/>
                </a:solidFill>
                <a:effectLst/>
                <a:latin typeface="微软雅黑" panose="020B0503020204020204" pitchFamily="34" charset="-122"/>
                <a:ea typeface="微软雅黑" panose="020B0503020204020204" pitchFamily="34" charset="-122"/>
              </a:rPr>
              <a:t>测试两个数组是否相等</a:t>
            </a:r>
            <a:endParaRPr lang="en-US" altLang="zh-CN" b="0" i="0" dirty="0">
              <a:solidFill>
                <a:srgbClr val="4D4D4D"/>
              </a:solidFill>
              <a:effectLst/>
              <a:latin typeface="微软雅黑" panose="020B0503020204020204" pitchFamily="34" charset="-122"/>
              <a:ea typeface="微软雅黑" panose="020B0503020204020204" pitchFamily="34" charset="-122"/>
            </a:endParaRPr>
          </a:p>
          <a:p>
            <a:endParaRPr lang="en-US" altLang="zh-CN" b="1" i="0" dirty="0">
              <a:solidFill>
                <a:srgbClr val="4F4F4F"/>
              </a:solidFill>
              <a:effectLst/>
              <a:latin typeface="微软雅黑" panose="020B0503020204020204" pitchFamily="34" charset="-122"/>
              <a:ea typeface="微软雅黑" panose="020B0503020204020204" pitchFamily="34" charset="-122"/>
            </a:endParaRPr>
          </a:p>
          <a:p>
            <a:r>
              <a:rPr lang="en-US" altLang="zh-CN" b="1" i="0" dirty="0">
                <a:solidFill>
                  <a:srgbClr val="4F4F4F"/>
                </a:solidFill>
                <a:effectLst/>
                <a:latin typeface="微软雅黑" panose="020B0503020204020204" pitchFamily="34" charset="-122"/>
                <a:ea typeface="微软雅黑" panose="020B0503020204020204" pitchFamily="34" charset="-122"/>
              </a:rPr>
              <a:t>3.assertTrue</a:t>
            </a:r>
            <a:r>
              <a:rPr lang="zh-CN" altLang="en-US" b="1" i="0" dirty="0">
                <a:solidFill>
                  <a:srgbClr val="4F4F4F"/>
                </a:solidFill>
                <a:effectLst/>
                <a:latin typeface="微软雅黑" panose="020B0503020204020204" pitchFamily="34" charset="-122"/>
                <a:ea typeface="微软雅黑" panose="020B0503020204020204" pitchFamily="34" charset="-122"/>
              </a:rPr>
              <a:t>，</a:t>
            </a:r>
            <a:r>
              <a:rPr lang="en-US" altLang="zh-CN" b="1" i="0" dirty="0" err="1">
                <a:solidFill>
                  <a:srgbClr val="4F4F4F"/>
                </a:solidFill>
                <a:effectLst/>
                <a:latin typeface="微软雅黑" panose="020B0503020204020204" pitchFamily="34" charset="-122"/>
                <a:ea typeface="微软雅黑" panose="020B0503020204020204" pitchFamily="34" charset="-122"/>
              </a:rPr>
              <a:t>assertFalse</a:t>
            </a:r>
            <a:endParaRPr lang="en-US" altLang="zh-CN" b="1" i="0" dirty="0">
              <a:solidFill>
                <a:srgbClr val="4F4F4F"/>
              </a:solidFill>
              <a:effectLst/>
              <a:latin typeface="微软雅黑" panose="020B0503020204020204" pitchFamily="34" charset="-122"/>
              <a:ea typeface="微软雅黑" panose="020B0503020204020204" pitchFamily="34" charset="-122"/>
            </a:endParaRPr>
          </a:p>
          <a:p>
            <a:r>
              <a:rPr lang="en-US" altLang="zh-CN" b="0" i="0" dirty="0" err="1">
                <a:solidFill>
                  <a:srgbClr val="4D4D4D"/>
                </a:solidFill>
                <a:effectLst/>
                <a:latin typeface="微软雅黑" panose="020B0503020204020204" pitchFamily="34" charset="-122"/>
                <a:ea typeface="微软雅黑" panose="020B0503020204020204" pitchFamily="34" charset="-122"/>
              </a:rPr>
              <a:t>assertTrue</a:t>
            </a:r>
            <a:r>
              <a:rPr lang="zh-CN" altLang="en-US" b="0" i="0" dirty="0">
                <a:solidFill>
                  <a:srgbClr val="4D4D4D"/>
                </a:solidFill>
                <a:effectLst/>
                <a:latin typeface="微软雅黑" panose="020B0503020204020204" pitchFamily="34" charset="-122"/>
                <a:ea typeface="微软雅黑" panose="020B0503020204020204" pitchFamily="34" charset="-122"/>
              </a:rPr>
              <a:t>和</a:t>
            </a:r>
            <a:r>
              <a:rPr lang="en-US" altLang="zh-CN" b="0" i="0" dirty="0" err="1">
                <a:solidFill>
                  <a:srgbClr val="4D4D4D"/>
                </a:solidFill>
                <a:effectLst/>
                <a:latin typeface="微软雅黑" panose="020B0503020204020204" pitchFamily="34" charset="-122"/>
                <a:ea typeface="微软雅黑" panose="020B0503020204020204" pitchFamily="34" charset="-122"/>
              </a:rPr>
              <a:t>assertFalse</a:t>
            </a:r>
            <a:r>
              <a:rPr lang="zh-CN" altLang="en-US" b="0" i="0" dirty="0">
                <a:solidFill>
                  <a:srgbClr val="4D4D4D"/>
                </a:solidFill>
                <a:effectLst/>
                <a:latin typeface="微软雅黑" panose="020B0503020204020204" pitchFamily="34" charset="-122"/>
                <a:ea typeface="微软雅黑" panose="020B0503020204020204" pitchFamily="34" charset="-122"/>
              </a:rPr>
              <a:t>用于测试</a:t>
            </a:r>
            <a:r>
              <a:rPr lang="en-US" altLang="zh-CN" b="0" i="0" dirty="0" err="1">
                <a:solidFill>
                  <a:srgbClr val="4D4D4D"/>
                </a:solidFill>
                <a:effectLst/>
                <a:latin typeface="微软雅黑" panose="020B0503020204020204" pitchFamily="34" charset="-122"/>
                <a:ea typeface="微软雅黑" panose="020B0503020204020204" pitchFamily="34" charset="-122"/>
              </a:rPr>
              <a:t>boolean</a:t>
            </a:r>
            <a:r>
              <a:rPr lang="zh-CN" altLang="en-US" b="0" i="0" dirty="0">
                <a:solidFill>
                  <a:srgbClr val="4D4D4D"/>
                </a:solidFill>
                <a:effectLst/>
                <a:latin typeface="微软雅黑" panose="020B0503020204020204" pitchFamily="34" charset="-122"/>
                <a:ea typeface="微软雅黑" panose="020B0503020204020204" pitchFamily="34" charset="-122"/>
              </a:rPr>
              <a:t>变量的值为</a:t>
            </a:r>
            <a:r>
              <a:rPr lang="en-US" altLang="zh-CN" b="0" i="0" dirty="0">
                <a:solidFill>
                  <a:srgbClr val="4D4D4D"/>
                </a:solidFill>
                <a:effectLst/>
                <a:latin typeface="微软雅黑" panose="020B0503020204020204" pitchFamily="34" charset="-122"/>
                <a:ea typeface="微软雅黑" panose="020B0503020204020204" pitchFamily="34" charset="-122"/>
              </a:rPr>
              <a:t>true</a:t>
            </a:r>
            <a:r>
              <a:rPr lang="zh-CN" altLang="en-US" b="0" i="0" dirty="0">
                <a:solidFill>
                  <a:srgbClr val="4D4D4D"/>
                </a:solidFill>
                <a:effectLst/>
                <a:latin typeface="微软雅黑" panose="020B0503020204020204" pitchFamily="34" charset="-122"/>
                <a:ea typeface="微软雅黑" panose="020B0503020204020204" pitchFamily="34" charset="-122"/>
              </a:rPr>
              <a:t>还是</a:t>
            </a:r>
            <a:r>
              <a:rPr lang="en-US" altLang="zh-CN" b="0" i="0" dirty="0">
                <a:solidFill>
                  <a:srgbClr val="4D4D4D"/>
                </a:solidFill>
                <a:effectLst/>
                <a:latin typeface="微软雅黑" panose="020B0503020204020204" pitchFamily="34" charset="-122"/>
                <a:ea typeface="微软雅黑" panose="020B0503020204020204" pitchFamily="34" charset="-122"/>
              </a:rPr>
              <a:t>false</a:t>
            </a:r>
          </a:p>
          <a:p>
            <a:endParaRPr lang="en-US" altLang="zh-CN" b="0" i="0" dirty="0">
              <a:solidFill>
                <a:srgbClr val="4D4D4D"/>
              </a:solidFill>
              <a:effectLst/>
              <a:latin typeface="微软雅黑" panose="020B0503020204020204" pitchFamily="34" charset="-122"/>
              <a:ea typeface="微软雅黑" panose="020B0503020204020204" pitchFamily="34" charset="-122"/>
            </a:endParaRPr>
          </a:p>
          <a:p>
            <a:r>
              <a:rPr lang="en-US" altLang="zh-CN" b="1" i="0" dirty="0">
                <a:solidFill>
                  <a:srgbClr val="4F4F4F"/>
                </a:solidFill>
                <a:effectLst/>
                <a:latin typeface="微软雅黑" panose="020B0503020204020204" pitchFamily="34" charset="-122"/>
                <a:ea typeface="微软雅黑" panose="020B0503020204020204" pitchFamily="34" charset="-122"/>
              </a:rPr>
              <a:t>4.assertNull</a:t>
            </a:r>
            <a:r>
              <a:rPr lang="zh-CN" altLang="en-US" b="1" i="0" dirty="0">
                <a:solidFill>
                  <a:srgbClr val="4F4F4F"/>
                </a:solidFill>
                <a:effectLst/>
                <a:latin typeface="微软雅黑" panose="020B0503020204020204" pitchFamily="34" charset="-122"/>
                <a:ea typeface="微软雅黑" panose="020B0503020204020204" pitchFamily="34" charset="-122"/>
              </a:rPr>
              <a:t>，</a:t>
            </a:r>
            <a:r>
              <a:rPr lang="en-US" altLang="zh-CN" b="1" i="0" dirty="0" err="1">
                <a:solidFill>
                  <a:srgbClr val="4F4F4F"/>
                </a:solidFill>
                <a:effectLst/>
                <a:latin typeface="微软雅黑" panose="020B0503020204020204" pitchFamily="34" charset="-122"/>
                <a:ea typeface="微软雅黑" panose="020B0503020204020204" pitchFamily="34" charset="-122"/>
              </a:rPr>
              <a:t>assertNotNull</a:t>
            </a:r>
            <a:endParaRPr lang="en-US" altLang="zh-CN" b="1" i="0" dirty="0">
              <a:solidFill>
                <a:srgbClr val="4F4F4F"/>
              </a:solidFill>
              <a:effectLst/>
              <a:latin typeface="微软雅黑" panose="020B0503020204020204" pitchFamily="34" charset="-122"/>
              <a:ea typeface="微软雅黑" panose="020B0503020204020204" pitchFamily="34" charset="-122"/>
            </a:endParaRPr>
          </a:p>
          <a:p>
            <a:r>
              <a:rPr lang="en-US" altLang="zh-CN" b="0" i="0" dirty="0" err="1">
                <a:solidFill>
                  <a:srgbClr val="4D4D4D"/>
                </a:solidFill>
                <a:effectLst/>
                <a:latin typeface="微软雅黑" panose="020B0503020204020204" pitchFamily="34" charset="-122"/>
                <a:ea typeface="微软雅黑" panose="020B0503020204020204" pitchFamily="34" charset="-122"/>
              </a:rPr>
              <a:t>assertNull</a:t>
            </a:r>
            <a:r>
              <a:rPr lang="zh-CN" altLang="en-US" b="0" i="0" dirty="0">
                <a:solidFill>
                  <a:srgbClr val="4D4D4D"/>
                </a:solidFill>
                <a:effectLst/>
                <a:latin typeface="微软雅黑" panose="020B0503020204020204" pitchFamily="34" charset="-122"/>
                <a:ea typeface="微软雅黑" panose="020B0503020204020204" pitchFamily="34" charset="-122"/>
              </a:rPr>
              <a:t>和</a:t>
            </a:r>
            <a:r>
              <a:rPr lang="en-US" altLang="zh-CN" b="0" i="0" dirty="0" err="1">
                <a:solidFill>
                  <a:srgbClr val="4D4D4D"/>
                </a:solidFill>
                <a:effectLst/>
                <a:latin typeface="微软雅黑" panose="020B0503020204020204" pitchFamily="34" charset="-122"/>
                <a:ea typeface="微软雅黑" panose="020B0503020204020204" pitchFamily="34" charset="-122"/>
              </a:rPr>
              <a:t>assertNotNull</a:t>
            </a:r>
            <a:r>
              <a:rPr lang="zh-CN" altLang="en-US" b="0" i="0" dirty="0">
                <a:solidFill>
                  <a:srgbClr val="4D4D4D"/>
                </a:solidFill>
                <a:effectLst/>
                <a:latin typeface="微软雅黑" panose="020B0503020204020204" pitchFamily="34" charset="-122"/>
                <a:ea typeface="微软雅黑" panose="020B0503020204020204" pitchFamily="34" charset="-122"/>
              </a:rPr>
              <a:t>用于测试变量的值是否为</a:t>
            </a:r>
            <a:r>
              <a:rPr lang="en-US" altLang="zh-CN" b="0" i="0" dirty="0">
                <a:solidFill>
                  <a:srgbClr val="4D4D4D"/>
                </a:solidFill>
                <a:effectLst/>
                <a:latin typeface="微软雅黑" panose="020B0503020204020204" pitchFamily="34" charset="-122"/>
                <a:ea typeface="微软雅黑" panose="020B0503020204020204" pitchFamily="34" charset="-122"/>
              </a:rPr>
              <a:t>null</a:t>
            </a:r>
          </a:p>
          <a:p>
            <a:endParaRPr lang="en-US" altLang="zh-CN" dirty="0">
              <a:solidFill>
                <a:srgbClr val="4D4D4D"/>
              </a:solidFill>
              <a:latin typeface="微软雅黑" panose="020B0503020204020204" pitchFamily="34" charset="-122"/>
              <a:ea typeface="微软雅黑" panose="020B0503020204020204" pitchFamily="34" charset="-122"/>
            </a:endParaRPr>
          </a:p>
          <a:p>
            <a:r>
              <a:rPr lang="en-US" altLang="zh-CN" b="1" i="0" dirty="0">
                <a:solidFill>
                  <a:srgbClr val="4F4F4F"/>
                </a:solidFill>
                <a:effectLst/>
                <a:latin typeface="微软雅黑" panose="020B0503020204020204" pitchFamily="34" charset="-122"/>
                <a:ea typeface="微软雅黑" panose="020B0503020204020204" pitchFamily="34" charset="-122"/>
              </a:rPr>
              <a:t>5.assertSame</a:t>
            </a:r>
            <a:r>
              <a:rPr lang="zh-CN" altLang="en-US" b="1" i="0" dirty="0">
                <a:solidFill>
                  <a:srgbClr val="4F4F4F"/>
                </a:solidFill>
                <a:effectLst/>
                <a:latin typeface="微软雅黑" panose="020B0503020204020204" pitchFamily="34" charset="-122"/>
                <a:ea typeface="微软雅黑" panose="020B0503020204020204" pitchFamily="34" charset="-122"/>
              </a:rPr>
              <a:t>，</a:t>
            </a:r>
            <a:r>
              <a:rPr lang="en-US" altLang="zh-CN" b="1" i="0" dirty="0" err="1">
                <a:solidFill>
                  <a:srgbClr val="4F4F4F"/>
                </a:solidFill>
                <a:effectLst/>
                <a:latin typeface="微软雅黑" panose="020B0503020204020204" pitchFamily="34" charset="-122"/>
                <a:ea typeface="微软雅黑" panose="020B0503020204020204" pitchFamily="34" charset="-122"/>
              </a:rPr>
              <a:t>assertNotSame</a:t>
            </a:r>
            <a:endParaRPr lang="en-US" altLang="zh-CN" b="1" i="0" dirty="0">
              <a:solidFill>
                <a:srgbClr val="4F4F4F"/>
              </a:solidFill>
              <a:effectLst/>
              <a:latin typeface="微软雅黑" panose="020B0503020204020204" pitchFamily="34" charset="-122"/>
              <a:ea typeface="微软雅黑" panose="020B0503020204020204" pitchFamily="34" charset="-122"/>
            </a:endParaRPr>
          </a:p>
          <a:p>
            <a:r>
              <a:rPr lang="en-US" altLang="zh-CN" b="0" i="0" dirty="0" err="1">
                <a:solidFill>
                  <a:srgbClr val="4D4D4D"/>
                </a:solidFill>
                <a:effectLst/>
                <a:latin typeface="微软雅黑" panose="020B0503020204020204" pitchFamily="34" charset="-122"/>
                <a:ea typeface="微软雅黑" panose="020B0503020204020204" pitchFamily="34" charset="-122"/>
              </a:rPr>
              <a:t>assertSame</a:t>
            </a:r>
            <a:r>
              <a:rPr lang="zh-CN" altLang="en-US" b="0" i="0" dirty="0">
                <a:solidFill>
                  <a:srgbClr val="4D4D4D"/>
                </a:solidFill>
                <a:effectLst/>
                <a:latin typeface="微软雅黑" panose="020B0503020204020204" pitchFamily="34" charset="-122"/>
                <a:ea typeface="微软雅黑" panose="020B0503020204020204" pitchFamily="34" charset="-122"/>
              </a:rPr>
              <a:t>和</a:t>
            </a:r>
            <a:r>
              <a:rPr lang="en-US" altLang="zh-CN" b="0" i="0" dirty="0" err="1">
                <a:solidFill>
                  <a:srgbClr val="4D4D4D"/>
                </a:solidFill>
                <a:effectLst/>
                <a:latin typeface="微软雅黑" panose="020B0503020204020204" pitchFamily="34" charset="-122"/>
                <a:ea typeface="微软雅黑" panose="020B0503020204020204" pitchFamily="34" charset="-122"/>
              </a:rPr>
              <a:t>assertNotSame</a:t>
            </a:r>
            <a:r>
              <a:rPr lang="zh-CN" altLang="en-US" b="0" i="0" dirty="0">
                <a:solidFill>
                  <a:srgbClr val="4D4D4D"/>
                </a:solidFill>
                <a:effectLst/>
                <a:latin typeface="微软雅黑" panose="020B0503020204020204" pitchFamily="34" charset="-122"/>
                <a:ea typeface="微软雅黑" panose="020B0503020204020204" pitchFamily="34" charset="-122"/>
              </a:rPr>
              <a:t>用于测试两个对象的引用是否相同</a:t>
            </a:r>
            <a:endParaRPr lang="en-US" altLang="zh-CN" b="0" i="0" dirty="0">
              <a:solidFill>
                <a:srgbClr val="4D4D4D"/>
              </a:solidFill>
              <a:effectLst/>
              <a:latin typeface="微软雅黑" panose="020B0503020204020204" pitchFamily="34" charset="-122"/>
              <a:ea typeface="微软雅黑" panose="020B0503020204020204" pitchFamily="34" charset="-122"/>
            </a:endParaRPr>
          </a:p>
          <a:p>
            <a:endParaRPr lang="en-US" altLang="zh-CN" b="0" i="0" dirty="0">
              <a:solidFill>
                <a:srgbClr val="4D4D4D"/>
              </a:solidFill>
              <a:effectLst/>
              <a:latin typeface="微软雅黑" panose="020B0503020204020204" pitchFamily="34" charset="-122"/>
              <a:ea typeface="微软雅黑" panose="020B0503020204020204" pitchFamily="34" charset="-122"/>
            </a:endParaRPr>
          </a:p>
          <a:p>
            <a:pPr algn="l"/>
            <a:r>
              <a:rPr lang="en-US" altLang="zh-CN" b="1" i="0" dirty="0">
                <a:solidFill>
                  <a:srgbClr val="4F4F4F"/>
                </a:solidFill>
                <a:effectLst/>
                <a:latin typeface="微软雅黑" panose="020B0503020204020204" pitchFamily="34" charset="-122"/>
                <a:ea typeface="微软雅黑" panose="020B0503020204020204" pitchFamily="34" charset="-122"/>
              </a:rPr>
              <a:t>6.assertThat</a:t>
            </a:r>
          </a:p>
          <a:p>
            <a:pPr algn="l"/>
            <a:r>
              <a:rPr lang="en-US" altLang="zh-CN" b="0" i="0" dirty="0" err="1">
                <a:solidFill>
                  <a:srgbClr val="4D4D4D"/>
                </a:solidFill>
                <a:effectLst/>
                <a:latin typeface="微软雅黑" panose="020B0503020204020204" pitchFamily="34" charset="-122"/>
                <a:ea typeface="微软雅黑" panose="020B0503020204020204" pitchFamily="34" charset="-122"/>
              </a:rPr>
              <a:t>assertSame</a:t>
            </a:r>
            <a:r>
              <a:rPr lang="zh-CN" altLang="en-US" b="0" i="0" dirty="0">
                <a:solidFill>
                  <a:srgbClr val="4D4D4D"/>
                </a:solidFill>
                <a:effectLst/>
                <a:latin typeface="微软雅黑" panose="020B0503020204020204" pitchFamily="34" charset="-122"/>
                <a:ea typeface="微软雅黑" panose="020B0503020204020204" pitchFamily="34" charset="-122"/>
              </a:rPr>
              <a:t>和</a:t>
            </a:r>
            <a:r>
              <a:rPr lang="en-US" altLang="zh-CN" b="0" i="0" dirty="0" err="1">
                <a:solidFill>
                  <a:srgbClr val="4D4D4D"/>
                </a:solidFill>
                <a:effectLst/>
                <a:latin typeface="微软雅黑" panose="020B0503020204020204" pitchFamily="34" charset="-122"/>
                <a:ea typeface="微软雅黑" panose="020B0503020204020204" pitchFamily="34" charset="-122"/>
              </a:rPr>
              <a:t>assertNotSame</a:t>
            </a:r>
            <a:r>
              <a:rPr lang="zh-CN" altLang="en-US" b="0" i="0" dirty="0">
                <a:solidFill>
                  <a:srgbClr val="4D4D4D"/>
                </a:solidFill>
                <a:effectLst/>
                <a:latin typeface="微软雅黑" panose="020B0503020204020204" pitchFamily="34" charset="-122"/>
                <a:ea typeface="微软雅黑" panose="020B0503020204020204" pitchFamily="34" charset="-122"/>
              </a:rPr>
              <a:t>用于测试两个对象的引用是否相同</a:t>
            </a:r>
          </a:p>
          <a:p>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49240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sym typeface="Times New Roman" panose="02020603050405020304" pitchFamily="18" charset="0"/>
              </a:rPr>
              <a:t>编程建议</a:t>
            </a:r>
            <a:endParaRPr lang="zh-CN" altLang="en-US" dirty="0"/>
          </a:p>
        </p:txBody>
      </p:sp>
      <p:sp>
        <p:nvSpPr>
          <p:cNvPr id="3" name="文本占位符 4">
            <a:extLst>
              <a:ext uri="{FF2B5EF4-FFF2-40B4-BE49-F238E27FC236}">
                <a16:creationId xmlns:a16="http://schemas.microsoft.com/office/drawing/2014/main" id="{91FD0352-B90A-436D-9145-09F11D0AC525}"/>
              </a:ext>
            </a:extLst>
          </p:cNvPr>
          <p:cNvSpPr txBox="1">
            <a:spLocks/>
          </p:cNvSpPr>
          <p:nvPr/>
        </p:nvSpPr>
        <p:spPr>
          <a:xfrm>
            <a:off x="336550" y="1219200"/>
            <a:ext cx="7732501" cy="36647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微软雅黑" panose="020B0503020204020204" pitchFamily="34" charset="-122"/>
                <a:ea typeface="微软雅黑" panose="020B0503020204020204" pitchFamily="34" charset="-122"/>
              </a:rPr>
              <a:t>Timeout</a:t>
            </a:r>
            <a:r>
              <a:rPr lang="zh-CN" altLang="en-US" dirty="0">
                <a:latin typeface="微软雅黑" panose="020B0503020204020204" pitchFamily="34" charset="-122"/>
                <a:ea typeface="微软雅黑" panose="020B0503020204020204" pitchFamily="34" charset="-122"/>
              </a:rPr>
              <a:t>限制用例运行时间</a:t>
            </a: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429129A7-5CAF-414A-A0FD-FDEA4191CFA3}"/>
              </a:ext>
            </a:extLst>
          </p:cNvPr>
          <p:cNvPicPr>
            <a:picLocks noChangeAspect="1"/>
          </p:cNvPicPr>
          <p:nvPr/>
        </p:nvPicPr>
        <p:blipFill>
          <a:blip r:embed="rId3"/>
          <a:stretch>
            <a:fillRect/>
          </a:stretch>
        </p:blipFill>
        <p:spPr>
          <a:xfrm>
            <a:off x="1297675" y="3124200"/>
            <a:ext cx="5810250" cy="144780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矩形 4">
            <a:extLst>
              <a:ext uri="{FF2B5EF4-FFF2-40B4-BE49-F238E27FC236}">
                <a16:creationId xmlns:a16="http://schemas.microsoft.com/office/drawing/2014/main" id="{6456071A-CAC9-4797-A9E6-5F12513213B8}"/>
              </a:ext>
            </a:extLst>
          </p:cNvPr>
          <p:cNvSpPr/>
          <p:nvPr/>
        </p:nvSpPr>
        <p:spPr>
          <a:xfrm>
            <a:off x="2317750" y="3074791"/>
            <a:ext cx="1905000" cy="3774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83301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sym typeface="Times New Roman" panose="02020603050405020304" pitchFamily="18" charset="0"/>
              </a:rPr>
              <a:t>编程建议</a:t>
            </a:r>
            <a:endParaRPr lang="zh-CN" altLang="en-US" dirty="0"/>
          </a:p>
        </p:txBody>
      </p:sp>
      <p:sp>
        <p:nvSpPr>
          <p:cNvPr id="3" name="文本占位符 5">
            <a:extLst>
              <a:ext uri="{FF2B5EF4-FFF2-40B4-BE49-F238E27FC236}">
                <a16:creationId xmlns:a16="http://schemas.microsoft.com/office/drawing/2014/main" id="{C35CCB59-F808-4098-A4B1-EF01BA8CB0FC}"/>
              </a:ext>
            </a:extLst>
          </p:cNvPr>
          <p:cNvSpPr txBox="1">
            <a:spLocks/>
          </p:cNvSpPr>
          <p:nvPr/>
        </p:nvSpPr>
        <p:spPr>
          <a:xfrm>
            <a:off x="844550" y="1416050"/>
            <a:ext cx="7732501" cy="36647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测试用例规范需要</a:t>
            </a:r>
          </a:p>
        </p:txBody>
      </p:sp>
      <p:pic>
        <p:nvPicPr>
          <p:cNvPr id="4" name="图片 3">
            <a:extLst>
              <a:ext uri="{FF2B5EF4-FFF2-40B4-BE49-F238E27FC236}">
                <a16:creationId xmlns:a16="http://schemas.microsoft.com/office/drawing/2014/main" id="{6DD6345A-526C-4BF9-AE6A-903F366832C6}"/>
              </a:ext>
            </a:extLst>
          </p:cNvPr>
          <p:cNvPicPr>
            <a:picLocks noChangeAspect="1"/>
          </p:cNvPicPr>
          <p:nvPr/>
        </p:nvPicPr>
        <p:blipFill>
          <a:blip r:embed="rId3"/>
          <a:stretch>
            <a:fillRect/>
          </a:stretch>
        </p:blipFill>
        <p:spPr>
          <a:xfrm>
            <a:off x="4700035" y="2961636"/>
            <a:ext cx="3992400" cy="246683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图片 4">
            <a:extLst>
              <a:ext uri="{FF2B5EF4-FFF2-40B4-BE49-F238E27FC236}">
                <a16:creationId xmlns:a16="http://schemas.microsoft.com/office/drawing/2014/main" id="{C769BB69-D440-4A27-AC84-7EB2629E77F8}"/>
              </a:ext>
            </a:extLst>
          </p:cNvPr>
          <p:cNvPicPr>
            <a:picLocks noChangeAspect="1"/>
          </p:cNvPicPr>
          <p:nvPr/>
        </p:nvPicPr>
        <p:blipFill>
          <a:blip r:embed="rId4"/>
          <a:stretch>
            <a:fillRect/>
          </a:stretch>
        </p:blipFill>
        <p:spPr>
          <a:xfrm>
            <a:off x="446037" y="2975120"/>
            <a:ext cx="3942138" cy="246683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45662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sym typeface="Times New Roman" panose="02020603050405020304" pitchFamily="18" charset="0"/>
              </a:rPr>
              <a:t>编程建议</a:t>
            </a:r>
            <a:endParaRPr lang="zh-CN" altLang="en-US" dirty="0"/>
          </a:p>
        </p:txBody>
      </p:sp>
      <p:sp>
        <p:nvSpPr>
          <p:cNvPr id="3" name="文本占位符 6">
            <a:extLst>
              <a:ext uri="{FF2B5EF4-FFF2-40B4-BE49-F238E27FC236}">
                <a16:creationId xmlns:a16="http://schemas.microsoft.com/office/drawing/2014/main" id="{6DB7DD95-FAF3-45FE-8587-702B06E3B631}"/>
              </a:ext>
            </a:extLst>
          </p:cNvPr>
          <p:cNvSpPr txBox="1">
            <a:spLocks/>
          </p:cNvSpPr>
          <p:nvPr/>
        </p:nvSpPr>
        <p:spPr>
          <a:xfrm>
            <a:off x="692150" y="1104900"/>
            <a:ext cx="7732501" cy="36647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对控制台输出进行测试</a:t>
            </a:r>
          </a:p>
          <a:p>
            <a:endParaRPr lang="zh-CN" altLang="en-US" dirty="0">
              <a:latin typeface="微软雅黑" panose="020B0503020204020204" pitchFamily="34" charset="-122"/>
              <a:ea typeface="微软雅黑" panose="020B0503020204020204" pitchFamily="34" charset="-122"/>
            </a:endParaRPr>
          </a:p>
        </p:txBody>
      </p:sp>
      <p:sp>
        <p:nvSpPr>
          <p:cNvPr id="4" name="object 3">
            <a:extLst>
              <a:ext uri="{FF2B5EF4-FFF2-40B4-BE49-F238E27FC236}">
                <a16:creationId xmlns:a16="http://schemas.microsoft.com/office/drawing/2014/main" id="{E9BA5F5A-94F4-4A12-844F-C10C4CF24CAE}"/>
              </a:ext>
            </a:extLst>
          </p:cNvPr>
          <p:cNvSpPr/>
          <p:nvPr/>
        </p:nvSpPr>
        <p:spPr>
          <a:xfrm>
            <a:off x="1341824" y="1866900"/>
            <a:ext cx="7235051" cy="4537456"/>
          </a:xfrm>
          <a:prstGeom prst="rect">
            <a:avLst/>
          </a:prstGeom>
          <a:blipFill>
            <a:blip r:embed="rId3" cstate="print"/>
            <a:stretch>
              <a:fillRect/>
            </a:stretch>
          </a:blip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744132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0BAEC1-86A2-4452-A536-A4352E5BAE78}"/>
              </a:ext>
            </a:extLst>
          </p:cNvPr>
          <p:cNvSpPr>
            <a:spLocks noGrp="1"/>
          </p:cNvSpPr>
          <p:nvPr>
            <p:ph type="body" sz="quarter" idx="13"/>
          </p:nvPr>
        </p:nvSpPr>
        <p:spPr/>
        <p:txBody>
          <a:bodyPr/>
          <a:lstStyle/>
          <a:p>
            <a:r>
              <a:rPr lang="zh-CN" altLang="en-US" dirty="0"/>
              <a:t>比赛建议</a:t>
            </a:r>
            <a:r>
              <a:rPr lang="en-US" altLang="zh-CN" dirty="0"/>
              <a:t>-</a:t>
            </a:r>
            <a:r>
              <a:rPr lang="zh-CN" altLang="en-US" dirty="0">
                <a:sym typeface="Times New Roman" panose="02020603050405020304" pitchFamily="18" charset="0"/>
              </a:rPr>
              <a:t>编程建议</a:t>
            </a:r>
            <a:endParaRPr lang="zh-CN" altLang="en-US" dirty="0"/>
          </a:p>
        </p:txBody>
      </p:sp>
      <p:sp>
        <p:nvSpPr>
          <p:cNvPr id="3" name="object 3">
            <a:extLst>
              <a:ext uri="{FF2B5EF4-FFF2-40B4-BE49-F238E27FC236}">
                <a16:creationId xmlns:a16="http://schemas.microsoft.com/office/drawing/2014/main" id="{9BB308CC-CA7F-4258-873E-BC64D6CB4784}"/>
              </a:ext>
            </a:extLst>
          </p:cNvPr>
          <p:cNvSpPr txBox="1"/>
          <p:nvPr/>
        </p:nvSpPr>
        <p:spPr>
          <a:xfrm>
            <a:off x="1400690" y="2414015"/>
            <a:ext cx="3111500" cy="391160"/>
          </a:xfrm>
          <a:prstGeom prst="rect">
            <a:avLst/>
          </a:prstGeom>
        </p:spPr>
        <p:txBody>
          <a:bodyPr vert="horz" wrap="square" lIns="0" tIns="0" rIns="0" bIns="0" rtlCol="0">
            <a:noAutofit/>
          </a:bodyPr>
          <a:lstStyle/>
          <a:p>
            <a:pPr marL="12700">
              <a:lnSpc>
                <a:spcPct val="150000"/>
              </a:lnSpc>
            </a:pPr>
            <a:endParaRPr sz="2700" dirty="0">
              <a:latin typeface="Times New Roman" panose="02020603050405020304" pitchFamily="18" charset="0"/>
              <a:ea typeface="微软雅黑" panose="020B0503020204020204" pitchFamily="34" charset="-122"/>
              <a:cs typeface="宋体" panose="02010600030101010101" pitchFamily="2" charset="-122"/>
              <a:sym typeface="Times New Roman" panose="02020603050405020304" pitchFamily="18" charset="0"/>
            </a:endParaRPr>
          </a:p>
        </p:txBody>
      </p:sp>
      <p:sp>
        <p:nvSpPr>
          <p:cNvPr id="4" name="object 4">
            <a:extLst>
              <a:ext uri="{FF2B5EF4-FFF2-40B4-BE49-F238E27FC236}">
                <a16:creationId xmlns:a16="http://schemas.microsoft.com/office/drawing/2014/main" id="{89A2DE4C-8E38-46B3-84CD-FB735B83FA61}"/>
              </a:ext>
            </a:extLst>
          </p:cNvPr>
          <p:cNvSpPr/>
          <p:nvPr/>
        </p:nvSpPr>
        <p:spPr>
          <a:xfrm>
            <a:off x="4144044" y="2514574"/>
            <a:ext cx="4452378" cy="2743749"/>
          </a:xfrm>
          <a:prstGeom prst="rect">
            <a:avLst/>
          </a:prstGeom>
          <a:blipFill>
            <a:blip r:embed="rId3" cstate="print"/>
            <a:stretch>
              <a:fillRect/>
            </a:stretch>
          </a:blipFill>
          <a:effectLst>
            <a:outerShdw blurRad="50800" dist="38100" dir="2700000" algn="tl" rotWithShape="0">
              <a:prstClr val="black">
                <a:alpha val="40000"/>
              </a:prstClr>
            </a:outerShdw>
          </a:effectLst>
        </p:spPr>
        <p:txBody>
          <a:bodyPr wrap="square" lIns="0" tIns="0" rIns="0" bIns="0" rtlCol="0">
            <a:noAutofit/>
          </a:bodyPr>
          <a:lstStyle/>
          <a:p>
            <a:pPr>
              <a:lnSpc>
                <a:spcPct val="150000"/>
              </a:lnSpc>
            </a:pPr>
            <a:endParaRPr>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文本占位符 8">
            <a:extLst>
              <a:ext uri="{FF2B5EF4-FFF2-40B4-BE49-F238E27FC236}">
                <a16:creationId xmlns:a16="http://schemas.microsoft.com/office/drawing/2014/main" id="{D048AE74-9836-420C-94A7-67711B2C51B3}"/>
              </a:ext>
            </a:extLst>
          </p:cNvPr>
          <p:cNvSpPr txBox="1">
            <a:spLocks/>
          </p:cNvSpPr>
          <p:nvPr/>
        </p:nvSpPr>
        <p:spPr>
          <a:xfrm>
            <a:off x="508000" y="1101570"/>
            <a:ext cx="4571999" cy="3911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对异常报错进行测试</a:t>
            </a:r>
          </a:p>
        </p:txBody>
      </p:sp>
      <p:pic>
        <p:nvPicPr>
          <p:cNvPr id="6" name="图片 5">
            <a:extLst>
              <a:ext uri="{FF2B5EF4-FFF2-40B4-BE49-F238E27FC236}">
                <a16:creationId xmlns:a16="http://schemas.microsoft.com/office/drawing/2014/main" id="{2C7046E7-517D-4551-A8E8-75722367AAF7}"/>
              </a:ext>
            </a:extLst>
          </p:cNvPr>
          <p:cNvPicPr>
            <a:picLocks noChangeAspect="1"/>
          </p:cNvPicPr>
          <p:nvPr/>
        </p:nvPicPr>
        <p:blipFill>
          <a:blip r:embed="rId4"/>
          <a:stretch>
            <a:fillRect/>
          </a:stretch>
        </p:blipFill>
        <p:spPr>
          <a:xfrm>
            <a:off x="336550" y="3038317"/>
            <a:ext cx="3632200" cy="1496843"/>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84705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33976" y="2269166"/>
            <a:ext cx="2367449" cy="626582"/>
          </a:xfrm>
          <a:prstGeom prst="rect">
            <a:avLst/>
          </a:prstGeom>
        </p:spPr>
        <p:txBody>
          <a:bodyPr vert="horz" wrap="square" lIns="0" tIns="0" rIns="0" bIns="0" rtlCol="0">
            <a:spAutoFit/>
          </a:bodyPr>
          <a:lstStyle/>
          <a:p>
            <a:pPr marL="10860">
              <a:lnSpc>
                <a:spcPct val="150000"/>
              </a:lnSpc>
            </a:pPr>
            <a:r>
              <a:rPr sz="3078" dirty="0">
                <a:solidFill>
                  <a:srgbClr val="0076CB"/>
                </a:solidFill>
                <a:latin typeface="Times New Roman" panose="02020603050405020304" pitchFamily="18" charset="0"/>
                <a:ea typeface="微软雅黑" panose="020B0503020204020204" pitchFamily="34" charset="-122"/>
                <a:cs typeface="Microsoft YaHei UI" panose="020B0503020204020204" charset="-122"/>
                <a:sym typeface="Times New Roman" panose="02020603050405020304" pitchFamily="18" charset="0"/>
              </a:rPr>
              <a:t>软件定义世界</a:t>
            </a:r>
            <a:endParaRPr sz="3078" dirty="0">
              <a:latin typeface="Times New Roman" panose="02020603050405020304" pitchFamily="18" charset="0"/>
              <a:ea typeface="微软雅黑" panose="020B0503020204020204" pitchFamily="34" charset="-122"/>
              <a:cs typeface="Microsoft YaHei UI" panose="020B0503020204020204" charset="-122"/>
              <a:sym typeface="Times New Roman" panose="02020603050405020304" pitchFamily="18" charset="0"/>
            </a:endParaRPr>
          </a:p>
        </p:txBody>
      </p:sp>
      <p:sp>
        <p:nvSpPr>
          <p:cNvPr id="3" name="object 3"/>
          <p:cNvSpPr txBox="1"/>
          <p:nvPr/>
        </p:nvSpPr>
        <p:spPr>
          <a:xfrm>
            <a:off x="3333976" y="2972886"/>
            <a:ext cx="2367449" cy="626582"/>
          </a:xfrm>
          <a:prstGeom prst="rect">
            <a:avLst/>
          </a:prstGeom>
        </p:spPr>
        <p:txBody>
          <a:bodyPr vert="horz" wrap="square" lIns="0" tIns="0" rIns="0" bIns="0" rtlCol="0">
            <a:spAutoFit/>
          </a:bodyPr>
          <a:lstStyle/>
          <a:p>
            <a:pPr marL="10860">
              <a:lnSpc>
                <a:spcPct val="150000"/>
              </a:lnSpc>
            </a:pPr>
            <a:r>
              <a:rPr sz="3078" dirty="0">
                <a:solidFill>
                  <a:srgbClr val="0076CB"/>
                </a:solidFill>
                <a:latin typeface="Times New Roman" panose="02020603050405020304" pitchFamily="18" charset="0"/>
                <a:ea typeface="微软雅黑" panose="020B0503020204020204" pitchFamily="34" charset="-122"/>
                <a:cs typeface="Microsoft YaHei UI" panose="020B0503020204020204" charset="-122"/>
                <a:sym typeface="Times New Roman" panose="02020603050405020304" pitchFamily="18" charset="0"/>
              </a:rPr>
              <a:t>质量保障未来</a:t>
            </a:r>
            <a:endParaRPr sz="3078" dirty="0">
              <a:latin typeface="Times New Roman" panose="02020603050405020304" pitchFamily="18" charset="0"/>
              <a:ea typeface="微软雅黑" panose="020B0503020204020204" pitchFamily="34" charset="-122"/>
              <a:cs typeface="Microsoft YaHei UI" panose="020B0503020204020204" charset="-122"/>
              <a:sym typeface="Times New Roman" panose="02020603050405020304" pitchFamily="18" charset="0"/>
            </a:endParaRPr>
          </a:p>
        </p:txBody>
      </p:sp>
      <p:sp>
        <p:nvSpPr>
          <p:cNvPr id="4" name="object 4"/>
          <p:cNvSpPr/>
          <p:nvPr/>
        </p:nvSpPr>
        <p:spPr>
          <a:xfrm>
            <a:off x="0" y="0"/>
            <a:ext cx="1417211" cy="714795"/>
          </a:xfrm>
          <a:prstGeom prst="rect">
            <a:avLst/>
          </a:prstGeom>
          <a:blipFill>
            <a:blip r:embed="rId2" cstate="print"/>
            <a:stretch>
              <a:fillRect/>
            </a:stretch>
          </a:blipFill>
        </p:spPr>
        <p:txBody>
          <a:bodyPr wrap="square" lIns="0" tIns="0" rIns="0" bIns="0" rtlCol="0">
            <a:noAutofit/>
          </a:bodyPr>
          <a:lstStyle/>
          <a:p>
            <a:pPr>
              <a:lnSpc>
                <a:spcPct val="150000"/>
              </a:lnSpc>
            </a:pPr>
            <a:endParaRPr sz="1539">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object 5"/>
          <p:cNvSpPr/>
          <p:nvPr/>
        </p:nvSpPr>
        <p:spPr>
          <a:xfrm>
            <a:off x="8497133" y="72113"/>
            <a:ext cx="646867" cy="683519"/>
          </a:xfrm>
          <a:prstGeom prst="rect">
            <a:avLst/>
          </a:prstGeom>
          <a:blipFill>
            <a:blip r:embed="rId3" cstate="print"/>
            <a:stretch>
              <a:fillRect/>
            </a:stretch>
          </a:blipFill>
        </p:spPr>
        <p:txBody>
          <a:bodyPr wrap="square" lIns="0" tIns="0" rIns="0" bIns="0" rtlCol="0">
            <a:noAutofit/>
          </a:bodyPr>
          <a:lstStyle/>
          <a:p>
            <a:pPr>
              <a:lnSpc>
                <a:spcPct val="150000"/>
              </a:lnSpc>
            </a:pPr>
            <a:endParaRPr sz="1539">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object 6"/>
          <p:cNvSpPr/>
          <p:nvPr/>
        </p:nvSpPr>
        <p:spPr>
          <a:xfrm>
            <a:off x="3659772" y="4667024"/>
            <a:ext cx="1343104" cy="273016"/>
          </a:xfrm>
          <a:prstGeom prst="rect">
            <a:avLst/>
          </a:prstGeom>
          <a:blipFill>
            <a:blip r:embed="rId4" cstate="print"/>
            <a:stretch>
              <a:fillRect/>
            </a:stretch>
          </a:blipFill>
        </p:spPr>
        <p:txBody>
          <a:bodyPr wrap="square" lIns="0" tIns="0" rIns="0" bIns="0" rtlCol="0">
            <a:noAutofit/>
          </a:bodyPr>
          <a:lstStyle/>
          <a:p>
            <a:pPr>
              <a:lnSpc>
                <a:spcPct val="150000"/>
              </a:lnSpc>
            </a:pPr>
            <a:endParaRPr sz="1539">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object 7"/>
          <p:cNvSpPr txBox="1"/>
          <p:nvPr/>
        </p:nvSpPr>
        <p:spPr>
          <a:xfrm>
            <a:off x="5024417" y="4658553"/>
            <a:ext cx="408874" cy="245433"/>
          </a:xfrm>
          <a:prstGeom prst="rect">
            <a:avLst/>
          </a:prstGeom>
        </p:spPr>
        <p:txBody>
          <a:bodyPr vert="horz" wrap="square" lIns="0" tIns="0" rIns="0" bIns="0" rtlCol="0">
            <a:noAutofit/>
          </a:bodyPr>
          <a:lstStyle/>
          <a:p>
            <a:pPr marL="10860">
              <a:lnSpc>
                <a:spcPct val="150000"/>
              </a:lnSpc>
            </a:pPr>
            <a:r>
              <a:rPr sz="1539" spc="-4" dirty="0" err="1">
                <a:latin typeface="Times New Roman" panose="02020603050405020304" pitchFamily="18" charset="0"/>
                <a:ea typeface="微软雅黑" panose="020B0503020204020204" pitchFamily="34" charset="-122"/>
                <a:cs typeface="Microsoft YaHei UI" panose="020B0503020204020204" charset="-122"/>
                <a:sym typeface="Times New Roman" panose="02020603050405020304" pitchFamily="18" charset="0"/>
              </a:rPr>
              <a:t>.</a:t>
            </a:r>
            <a:r>
              <a:rPr lang="en-US" altLang="zh-CN" sz="1539" b="1" spc="-4" dirty="0" err="1">
                <a:latin typeface="Times New Roman" panose="02020603050405020304" pitchFamily="18" charset="0"/>
                <a:ea typeface="微软雅黑" panose="020B0503020204020204" pitchFamily="34" charset="-122"/>
                <a:cs typeface="Microsoft YaHei UI" panose="020B0503020204020204" charset="-122"/>
                <a:sym typeface="Times New Roman" panose="02020603050405020304" pitchFamily="18" charset="0"/>
              </a:rPr>
              <a:t>net</a:t>
            </a:r>
            <a:endParaRPr sz="1539" dirty="0">
              <a:latin typeface="Times New Roman" panose="02020603050405020304" pitchFamily="18" charset="0"/>
              <a:ea typeface="微软雅黑" panose="020B0503020204020204" pitchFamily="34" charset="-122"/>
              <a:cs typeface="Microsoft YaHei UI" panose="020B0503020204020204" charset="-122"/>
              <a:sym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AA3C3B6-14E6-440F-8161-C6D3C6FCA589}"/>
              </a:ext>
            </a:extLst>
          </p:cNvPr>
          <p:cNvSpPr txBox="1"/>
          <p:nvPr/>
        </p:nvSpPr>
        <p:spPr>
          <a:xfrm>
            <a:off x="116541" y="803824"/>
            <a:ext cx="9135035" cy="4801314"/>
          </a:xfrm>
          <a:prstGeom prst="rect">
            <a:avLst/>
          </a:prstGeom>
          <a:noFill/>
        </p:spPr>
        <p:txBody>
          <a:bodyPr wrap="square">
            <a:spAutoFit/>
          </a:bodyPr>
          <a:lstStyle/>
          <a:p>
            <a:r>
              <a:rPr lang="zh-CN" altLang="en-US" dirty="0"/>
              <a:t>事务性工作</a:t>
            </a:r>
            <a:r>
              <a:rPr lang="en-US" altLang="zh-CN" dirty="0"/>
              <a:t>-</a:t>
            </a:r>
            <a:r>
              <a:rPr lang="zh-CN" altLang="en-US" dirty="0"/>
              <a:t>陈然对接</a:t>
            </a:r>
            <a:endParaRPr lang="en-US" altLang="zh-CN" dirty="0"/>
          </a:p>
          <a:p>
            <a:r>
              <a:rPr lang="zh-CN" altLang="en-US" dirty="0"/>
              <a:t>发奖金</a:t>
            </a:r>
            <a:r>
              <a:rPr lang="en-US" altLang="zh-CN" dirty="0"/>
              <a:t>-</a:t>
            </a:r>
            <a:r>
              <a:rPr lang="zh-CN" altLang="en-US" dirty="0"/>
              <a:t>江苏软件产业人才发展基金会</a:t>
            </a:r>
            <a:r>
              <a:rPr lang="en-US" altLang="zh-CN" dirty="0"/>
              <a:t>-</a:t>
            </a:r>
            <a:r>
              <a:rPr lang="zh-CN" altLang="en-US" dirty="0"/>
              <a:t>扣税</a:t>
            </a:r>
            <a:r>
              <a:rPr lang="en-US" altLang="zh-CN" dirty="0"/>
              <a:t>20%</a:t>
            </a:r>
          </a:p>
          <a:p>
            <a:r>
              <a:rPr lang="zh-CN" altLang="en-US" dirty="0"/>
              <a:t>凯运</a:t>
            </a:r>
            <a:r>
              <a:rPr lang="en-US" altLang="zh-CN" dirty="0"/>
              <a:t>-</a:t>
            </a:r>
            <a:r>
              <a:rPr lang="zh-CN" altLang="en-US" dirty="0"/>
              <a:t>嵌入式</a:t>
            </a:r>
            <a:endParaRPr lang="en-US" altLang="zh-CN" dirty="0"/>
          </a:p>
          <a:p>
            <a:r>
              <a:rPr lang="zh-CN" altLang="en-US" dirty="0"/>
              <a:t>拓思</a:t>
            </a:r>
            <a:r>
              <a:rPr lang="en-US" altLang="zh-CN" dirty="0"/>
              <a:t>-</a:t>
            </a:r>
            <a:r>
              <a:rPr lang="zh-CN" altLang="en-US" dirty="0"/>
              <a:t>开发者</a:t>
            </a:r>
            <a:endParaRPr lang="en-US" altLang="zh-CN" dirty="0"/>
          </a:p>
          <a:p>
            <a:r>
              <a:rPr lang="zh-CN" altLang="en-US" dirty="0"/>
              <a:t>工业控制安全</a:t>
            </a:r>
            <a:r>
              <a:rPr lang="en-US" altLang="zh-CN" dirty="0"/>
              <a:t>-</a:t>
            </a:r>
            <a:r>
              <a:rPr lang="zh-CN" altLang="en-US" dirty="0"/>
              <a:t>车联网</a:t>
            </a:r>
            <a:endParaRPr lang="en-US" altLang="zh-CN" dirty="0"/>
          </a:p>
          <a:p>
            <a:r>
              <a:rPr lang="zh-CN" altLang="en-US" dirty="0"/>
              <a:t>慕测</a:t>
            </a:r>
            <a:r>
              <a:rPr lang="en-US" altLang="zh-CN" dirty="0"/>
              <a:t>-web</a:t>
            </a:r>
          </a:p>
          <a:p>
            <a:r>
              <a:rPr lang="zh-CN" altLang="en-US" dirty="0"/>
              <a:t>软件测试能力认证联盟</a:t>
            </a:r>
            <a:r>
              <a:rPr lang="en-US" altLang="zh-CN" dirty="0"/>
              <a:t>-</a:t>
            </a:r>
            <a:r>
              <a:rPr lang="zh-CN" altLang="en-US" dirty="0"/>
              <a:t>总决赛选手进入能力认证联盟</a:t>
            </a:r>
            <a:endParaRPr lang="en-US" altLang="zh-CN" dirty="0"/>
          </a:p>
          <a:p>
            <a:r>
              <a:rPr lang="en-US" altLang="zh-CN" dirty="0"/>
              <a:t>16</a:t>
            </a:r>
            <a:r>
              <a:rPr lang="zh-CN" altLang="en-US" dirty="0"/>
              <a:t>年开办，今年第九届 </a:t>
            </a:r>
            <a:r>
              <a:rPr lang="en-US" altLang="zh-CN" dirty="0"/>
              <a:t>32</a:t>
            </a:r>
            <a:r>
              <a:rPr lang="zh-CN" altLang="en-US" dirty="0"/>
              <a:t>省</a:t>
            </a:r>
            <a:r>
              <a:rPr lang="en-US" altLang="zh-CN" dirty="0"/>
              <a:t>1000</a:t>
            </a:r>
            <a:r>
              <a:rPr lang="zh-CN" altLang="en-US" dirty="0"/>
              <a:t>院校 累计</a:t>
            </a:r>
            <a:r>
              <a:rPr lang="en-US" altLang="zh-CN" dirty="0"/>
              <a:t>10W</a:t>
            </a:r>
            <a:r>
              <a:rPr lang="zh-CN" altLang="en-US" dirty="0"/>
              <a:t>人 年均</a:t>
            </a:r>
            <a:r>
              <a:rPr lang="en-US" altLang="zh-CN" dirty="0"/>
              <a:t>1W</a:t>
            </a:r>
          </a:p>
          <a:p>
            <a:r>
              <a:rPr lang="zh-CN" altLang="en-US" dirty="0"/>
              <a:t>参赛比例大专本科</a:t>
            </a:r>
            <a:r>
              <a:rPr lang="en-US" altLang="zh-CN" dirty="0"/>
              <a:t>7</a:t>
            </a:r>
            <a:r>
              <a:rPr lang="zh-CN" altLang="en-US" dirty="0"/>
              <a:t>：</a:t>
            </a:r>
            <a:r>
              <a:rPr lang="en-US" altLang="zh-CN" dirty="0"/>
              <a:t>3 </a:t>
            </a:r>
            <a:r>
              <a:rPr lang="zh-CN" altLang="en-US" dirty="0"/>
              <a:t>广东江苏四川河南考前。</a:t>
            </a:r>
            <a:endParaRPr lang="en-US" altLang="zh-CN" dirty="0"/>
          </a:p>
          <a:p>
            <a:r>
              <a:rPr lang="en-US" altLang="zh-CN" dirty="0"/>
              <a:t>23</a:t>
            </a:r>
            <a:r>
              <a:rPr lang="zh-CN" altLang="en-US" dirty="0"/>
              <a:t>年列入全国大学生竞赛观察目录。观察期</a:t>
            </a:r>
            <a:r>
              <a:rPr lang="en-US" altLang="zh-CN" dirty="0"/>
              <a:t>3</a:t>
            </a:r>
            <a:r>
              <a:rPr lang="zh-CN" altLang="en-US" dirty="0"/>
              <a:t>年，</a:t>
            </a:r>
            <a:r>
              <a:rPr lang="en-US" altLang="zh-CN" dirty="0"/>
              <a:t>25</a:t>
            </a:r>
            <a:r>
              <a:rPr lang="zh-CN" altLang="en-US" dirty="0"/>
              <a:t>年教育部考核是否进入。</a:t>
            </a:r>
            <a:endParaRPr lang="en-US" altLang="zh-CN" dirty="0"/>
          </a:p>
          <a:p>
            <a:r>
              <a:rPr lang="zh-CN" altLang="en-US" dirty="0"/>
              <a:t>江苏、四川、河南列入省级竞赛目录。</a:t>
            </a:r>
            <a:r>
              <a:rPr lang="en-US" altLang="zh-CN" dirty="0"/>
              <a:t>-</a:t>
            </a:r>
            <a:r>
              <a:rPr lang="zh-CN" altLang="en-US" dirty="0"/>
              <a:t>影响学校总评、奖学金评定、专转本、考研保研。</a:t>
            </a:r>
            <a:endParaRPr lang="en-US" altLang="zh-CN" dirty="0"/>
          </a:p>
          <a:p>
            <a:endParaRPr lang="en-US" altLang="zh-CN" dirty="0"/>
          </a:p>
          <a:p>
            <a:r>
              <a:rPr lang="zh-CN" altLang="en-US" dirty="0"/>
              <a:t>个人赛（不限</a:t>
            </a:r>
            <a:r>
              <a:rPr lang="en-US" altLang="zh-CN" dirty="0"/>
              <a:t>1</a:t>
            </a:r>
            <a:r>
              <a:rPr lang="zh-CN" altLang="en-US" dirty="0"/>
              <a:t>指导教师）与团体赛（高职高专中专</a:t>
            </a:r>
            <a:r>
              <a:rPr lang="en-US" altLang="zh-CN" dirty="0"/>
              <a:t>2</a:t>
            </a:r>
            <a:r>
              <a:rPr lang="zh-CN" altLang="en-US" dirty="0"/>
              <a:t>指导教师）省赛开始前指导老师停止修改。可同时报名多项，但决赛会冲突。</a:t>
            </a:r>
            <a:endParaRPr lang="en-US" altLang="zh-CN" dirty="0"/>
          </a:p>
          <a:p>
            <a:r>
              <a:rPr lang="zh-CN" altLang="en-US" dirty="0"/>
              <a:t>开发者难、</a:t>
            </a:r>
            <a:r>
              <a:rPr lang="en-US" altLang="zh-CN" dirty="0"/>
              <a:t>web</a:t>
            </a:r>
            <a:r>
              <a:rPr lang="zh-CN" altLang="en-US" dirty="0"/>
              <a:t>多、嵌入式容易得奖（军工类报名）、车联网仅个人。预期</a:t>
            </a:r>
            <a:r>
              <a:rPr lang="en-US" altLang="zh-CN" dirty="0"/>
              <a:t>3500</a:t>
            </a:r>
            <a:r>
              <a:rPr lang="zh-CN" altLang="en-US" dirty="0"/>
              <a:t>人，超去年同期。</a:t>
            </a:r>
            <a:endParaRPr lang="en-US" altLang="zh-CN" dirty="0"/>
          </a:p>
          <a:p>
            <a:r>
              <a:rPr lang="zh-CN" altLang="en-US" dirty="0"/>
              <a:t>总决赛结束后</a:t>
            </a:r>
            <a:r>
              <a:rPr lang="en-US" altLang="zh-CN" dirty="0"/>
              <a:t>1</a:t>
            </a:r>
            <a:r>
              <a:rPr lang="zh-CN" altLang="en-US" dirty="0"/>
              <a:t>个月左右发奖金</a:t>
            </a:r>
            <a:endParaRPr lang="en-US" altLang="zh-CN" dirty="0"/>
          </a:p>
        </p:txBody>
      </p:sp>
    </p:spTree>
    <p:extLst>
      <p:ext uri="{BB962C8B-B14F-4D97-AF65-F5344CB8AC3E}">
        <p14:creationId xmlns:p14="http://schemas.microsoft.com/office/powerpoint/2010/main" val="1552519032"/>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1555</Words>
  <Application>Microsoft Office PowerPoint</Application>
  <PresentationFormat>全屏显示(4:3)</PresentationFormat>
  <Paragraphs>190</Paragraphs>
  <Slides>32</Slides>
  <Notes>28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32</vt:i4>
      </vt:variant>
    </vt:vector>
  </HeadingPairs>
  <TitlesOfParts>
    <vt:vector size="41" baseType="lpstr">
      <vt:lpstr>等线</vt:lpstr>
      <vt:lpstr>Microsoft Yahei</vt:lpstr>
      <vt:lpstr>Microsoft Yahei</vt:lpstr>
      <vt:lpstr>微软雅黑 Light</vt:lpstr>
      <vt:lpstr>Arial</vt:lpstr>
      <vt:lpstr>Calibri</vt:lpstr>
      <vt:lpstr>Calibri Light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2024-09-25T10:27:21Z</dcterms:created>
  <dcterms:modified xsi:type="dcterms:W3CDTF">2024-09-25T10:28:03Z</dcterms:modified>
</cp:coreProperties>
</file>